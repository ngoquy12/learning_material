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slide+xml" PartName="/ppt/slides/slide1.xml"/>
  <Override ContentType="application/vnd.openxmlformats-officedocument.presentationml.notesSlide+xml" PartName="/ppt/notesSlides/notesSlide1.xml"/>
  <Override ContentType="application/vnd.openxmlformats-officedocument.presentationml.slide+xml" PartName="/ppt/slides/slide2.xml"/>
  <Override ContentType="application/vnd.openxmlformats-officedocument.presentationml.notesSlide+xml" PartName="/ppt/notesSlides/notesSlide2.xml"/>
  <Override ContentType="application/vnd.openxmlformats-officedocument.presentationml.slide+xml" PartName="/ppt/slides/slide3.xml"/>
  <Override ContentType="application/vnd.openxmlformats-officedocument.presentationml.notesSlide+xml" PartName="/ppt/notesSlides/notesSlide3.xml"/>
  <Override ContentType="application/vnd.openxmlformats-officedocument.presentationml.slide+xml" PartName="/ppt/slides/slide4.xml"/>
  <Override ContentType="application/vnd.openxmlformats-officedocument.presentationml.notesSlide+xml" PartName="/ppt/notesSlides/notesSlide4.xml"/>
  <Override ContentType="application/vnd.openxmlformats-officedocument.presentationml.slide+xml" PartName="/ppt/slides/slide5.xml"/>
  <Override ContentType="application/vnd.openxmlformats-officedocument.presentationml.notesSlide+xml" PartName="/ppt/notesSlides/notesSlide5.xml"/>
  <Override ContentType="application/vnd.openxmlformats-officedocument.presentationml.slide+xml" PartName="/ppt/slides/slide6.xml"/>
  <Override ContentType="application/vnd.openxmlformats-officedocument.presentationml.notesSlide+xml" PartName="/ppt/notesSlides/notesSlide6.xml"/>
  <Override ContentType="application/vnd.openxmlformats-officedocument.presentationml.slide+xml" PartName="/ppt/slides/slide7.xml"/>
  <Override ContentType="application/vnd.openxmlformats-officedocument.presentationml.notesSlide+xml" PartName="/ppt/notesSlides/notesSlide7.xml"/>
  <Override ContentType="application/vnd.openxmlformats-officedocument.presentationml.slide+xml" PartName="/ppt/slides/slide8.xml"/>
  <Override ContentType="application/vnd.openxmlformats-officedocument.presentationml.notesSlide+xml" PartName="/ppt/notesSlides/notesSlide8.xml"/>
  <Override ContentType="application/vnd.openxmlformats-officedocument.presentationml.slide+xml" PartName="/ppt/slides/slide9.xml"/>
  <Override ContentType="application/vnd.openxmlformats-officedocument.presentationml.notesSlide+xml" PartName="/ppt/notesSlides/notesSlide9.xml"/>
  <Override ContentType="application/vnd.openxmlformats-officedocument.presentationml.slide+xml" PartName="/ppt/slides/slide10.xml"/>
  <Override ContentType="application/vnd.openxmlformats-officedocument.presentationml.notesSlide+xml" PartName="/ppt/notesSlides/notesSlide10.xml"/>
  <Override ContentType="application/vnd.openxmlformats-officedocument.presentationml.slide+xml" PartName="/ppt/slides/slide11.xml"/>
  <Override ContentType="application/vnd.openxmlformats-officedocument.presentationml.notesSlide+xml" PartName="/ppt/notesSlides/notesSlide1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101"/>
    <p:sldId id="257" r:id="rId102"/>
    <p:sldId id="258" r:id="rId103"/>
    <p:sldId id="259" r:id="rId104"/>
    <p:sldId id="260" r:id="rId105"/>
    <p:sldId id="261" r:id="rId106"/>
    <p:sldId id="262" r:id="rId107"/>
    <p:sldId id="263" r:id="rId108"/>
    <p:sldId id="264" r:id="rId109"/>
    <p:sldId id="265" r:id="rId110"/>
    <p:sldId id="266" r:id="rId111"/>
  </p:sldIdLst>
  <p:sldSz cy="6858000" cx="12192000"/>
  <p:notesSz cx="6858000" cy="9144000"/>
  <p:embeddedFontLst>
    <p:embeddedFont>
      <p:font typeface="Montserrat"/>
      <p:regular r:id="rId10"/>
      <p:bold r:id="rId11"/>
      <p:italic r:id="rId12"/>
      <p:boldItalic r:id="rId13"/>
    </p:embeddedFont>
    <p:embeddedFont>
      <p:font typeface="Montserrat Black"/>
      <p:bold r:id="rId14"/>
      <p:boldItalic r:id="rId15"/>
    </p:embeddedFont>
    <p:embeddedFont>
      <p:font typeface="Montserrat Medium"/>
      <p:regular r:id="rId16"/>
      <p:bold r:id="rId17"/>
      <p:italic r:id="rId18"/>
      <p:boldItalic r:id="rId19"/>
    </p:embeddedFont>
    <p:embeddedFont>
      <p:font typeface="Montserrat ExtraBold"/>
      <p:bold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2" roundtripDataSignature="AMtx7mirXkCGjZF/d1qb7RGT2S1sXUuH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font" Target="fonts/MontserratExtraBold-bold.fntdata"/><Relationship Id="rId11" Type="http://schemas.openxmlformats.org/officeDocument/2006/relationships/font" Target="fonts/Montserrat-bold.fntdata"/><Relationship Id="rId22" Type="http://customschemas.google.com/relationships/presentationmetadata" Target="metadata"/><Relationship Id="rId10" Type="http://schemas.openxmlformats.org/officeDocument/2006/relationships/font" Target="fonts/Montserrat-regular.fntdata"/><Relationship Id="rId21" Type="http://schemas.openxmlformats.org/officeDocument/2006/relationships/font" Target="fonts/MontserratExtraBold-boldItalic.fntdata"/><Relationship Id="rId13" Type="http://schemas.openxmlformats.org/officeDocument/2006/relationships/font" Target="fonts/Montserrat-boldItalic.fntdata"/><Relationship Id="rId12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5" Type="http://schemas.openxmlformats.org/officeDocument/2006/relationships/font" Target="fonts/MontserratBlack-boldItalic.fntdata"/><Relationship Id="rId14" Type="http://schemas.openxmlformats.org/officeDocument/2006/relationships/font" Target="fonts/MontserratBlack-bold.fntdata"/><Relationship Id="rId17" Type="http://schemas.openxmlformats.org/officeDocument/2006/relationships/font" Target="fonts/MontserratMedium-bold.fntdata"/><Relationship Id="rId16" Type="http://schemas.openxmlformats.org/officeDocument/2006/relationships/font" Target="fonts/MontserratMedium-regular.fntdata"/><Relationship Id="rId19" Type="http://schemas.openxmlformats.org/officeDocument/2006/relationships/font" Target="fonts/MontserratMedium-boldItalic.fntdata"/><Relationship Id="rId18" Type="http://schemas.openxmlformats.org/officeDocument/2006/relationships/font" Target="fonts/MontserratMedium-italic.fntdata"/><Relationship Id="rId101" Type="http://schemas.openxmlformats.org/officeDocument/2006/relationships/slide" Target="slides/slide1.xml"/><Relationship Id="rId102" Type="http://schemas.openxmlformats.org/officeDocument/2006/relationships/slide" Target="slides/slide2.xml"/><Relationship Id="rId103" Type="http://schemas.openxmlformats.org/officeDocument/2006/relationships/slide" Target="slides/slide3.xml"/><Relationship Id="rId104" Type="http://schemas.openxmlformats.org/officeDocument/2006/relationships/slide" Target="slides/slide4.xml"/><Relationship Id="rId105" Type="http://schemas.openxmlformats.org/officeDocument/2006/relationships/slide" Target="slides/slide5.xml"/><Relationship Id="rId106" Type="http://schemas.openxmlformats.org/officeDocument/2006/relationships/slide" Target="slides/slide6.xml"/><Relationship Id="rId107" Type="http://schemas.openxmlformats.org/officeDocument/2006/relationships/slide" Target="slides/slide7.xml"/><Relationship Id="rId108" Type="http://schemas.openxmlformats.org/officeDocument/2006/relationships/slide" Target="slides/slide8.xml"/><Relationship Id="rId109" Type="http://schemas.openxmlformats.org/officeDocument/2006/relationships/slide" Target="slides/slide9.xml"/><Relationship Id="rId110" Type="http://schemas.openxmlformats.org/officeDocument/2006/relationships/slide" Target="slides/slide10.xml"/><Relationship Id="rId111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  <Relationship Id="rId2" Type="http://schemas.openxmlformats.org/officeDocument/2006/relationships/notesMaster" Target="../notesMasters/notesMaster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  <Relationship Id="rId2" Type="http://schemas.openxmlformats.org/officeDocument/2006/relationships/notesMaster" Target="../notesMasters/notesMaster1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  <Relationship Id="rId2" Type="http://schemas.openxmlformats.org/officeDocument/2006/relationships/notesMaster" Target="../notesMasters/notesMaster1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  <Relationship Id="rId2" Type="http://schemas.openxmlformats.org/officeDocument/2006/relationships/notesMaster" Target="../notesMasters/notesMaster1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  <Relationship Id="rId2" Type="http://schemas.openxmlformats.org/officeDocument/2006/relationships/notesMaster" Target="../notesMasters/notesMaster1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  <Relationship Id="rId2" Type="http://schemas.openxmlformats.org/officeDocument/2006/relationships/notesMaster" Target="../notesMasters/notesMaster1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  <Relationship Id="rId2" Type="http://schemas.openxmlformats.org/officeDocument/2006/relationships/notesMaster" Target="../notesMasters/notesMaster1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  <Relationship Id="rId2" Type="http://schemas.openxmlformats.org/officeDocument/2006/relationships/notesMaster" Target="../notesMasters/notesMaster1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  <Relationship Id="rId2" Type="http://schemas.openxmlformats.org/officeDocument/2006/relationships/notesMaster" Target="../notesMasters/notesMaster1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  <Relationship Id="rId2" Type="http://schemas.openxmlformats.org/officeDocument/2006/relationships/notesMaster" Target="../notesMasters/notesMaster1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  <Relationship Id="rId2" Type="http://schemas.openxmlformats.org/officeDocument/2006/relationships/notesMaster" Target="../notesMasters/notesMaster1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/>
          <p:nvPr>
            <p:ph type="body" idx="1"/>
          </p:nvPr>
        </p:nvSpPr>
        <p:spPr>
          <a:xfrm>
            <a:off x="685800" y="4457700"/>
            <a:ext cx="5486400" cy="2171700"/>
          </a:xfrm>
          <a:prstGeom prst="rect">
            <a:avLst/>
          </a:prstGeom>
        </p:spPr>
        <p:txBody>
          <a:bodyPr/>
          <a:lstStyle/>
          <a:p>
            <a:pPr indent="0" lvl="0" marL="0" rtl="0" algn="l">
              <a:lnSpc>
                <a:spcPct val="120000"/>
              </a:lnSpc>
              <a:buNone/>
            </a:pPr>
            <a:r>
              <a:rPr lang="vi-VN" sz="1200">
                <a:solidFill>
                  <a:srgbClr val="000000"/>
                </a:solidFill>
                <a:latin typeface="Arial"/>
              </a:rPr>
              <a:t>Chào mừng các bạn đến với bài giảng Session 17 - Tương tác DOM API (Document Object Model)- Truy xuất và Thay đổi Nội dung thuộc khóa học Phát triển ứng dụng web.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/>
          <p:nvPr>
            <p:ph type="body" idx="1"/>
          </p:nvPr>
        </p:nvSpPr>
        <p:spPr>
          <a:xfrm>
            <a:off x="685800" y="4457700"/>
            <a:ext cx="5486400" cy="2171700"/>
          </a:xfrm>
          <a:prstGeom prst="rect">
            <a:avLst/>
          </a:prstGeom>
        </p:spPr>
        <p:txBody>
          <a:bodyPr/>
          <a:lstStyle/>
          <a:p>
            <a:pPr indent="0" lvl="0" marL="0" rtl="0" algn="l">
              <a:lnSpc>
                <a:spcPct val="120000"/>
              </a:lnSpc>
              <a:buNone/>
            </a:pPr>
            <a:r>
              <a:rPr lang="vi-VN" sz="1200">
                <a:solidFill>
                  <a:srgbClr val="000000"/>
                </a:solidFill>
                <a:latin typeface="Arial"/>
              </a:rPr>
              <a:t>Bài giảng hôm nay gồm các phần trọng tâm sau đây.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/>
          <p:nvPr>
            <p:ph type="body" idx="1"/>
          </p:nvPr>
        </p:nvSpPr>
        <p:spPr>
          <a:xfrm>
            <a:off x="685800" y="4457700"/>
            <a:ext cx="5486400" cy="2171700"/>
          </a:xfrm>
          <a:prstGeom prst="rect">
            <a:avLst/>
          </a:prstGeom>
        </p:spPr>
        <p:txBody>
          <a:bodyPr/>
          <a:lstStyle/>
          <a:p>
            <a:pPr indent="0" lvl="0" marL="0" rtl="0" algn="l">
              <a:lnSpc>
                <a:spcPct val="120000"/>
              </a:lnSpc>
              <a:buNone/>
            </a:pPr>
            <a:r>
              <a:rPr lang="vi-VN" sz="1200">
                <a:solidFill>
                  <a:srgbClr val="000000"/>
                </a:solidFill>
                <a:latin typeface="Arial"/>
              </a:rPr>
              <a:t>Mục tiêu bài học giúp các bạn vừa vững lý thuyết vừa tự tin thực hành trên dự án.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/>
          <p:nvPr>
            <p:ph type="body" idx="1"/>
          </p:nvPr>
        </p:nvSpPr>
        <p:spPr>
          <a:xfrm>
            <a:off x="685800" y="4457700"/>
            <a:ext cx="5486400" cy="2171700"/>
          </a:xfrm>
          <a:prstGeom prst="rect">
            <a:avLst/>
          </a:prstGeom>
        </p:spPr>
        <p:txBody>
          <a:bodyPr/>
          <a:lstStyle/>
          <a:p>
            <a:pPr indent="0" lvl="0" marL="0" rtl="0" algn="l">
              <a:lnSpc>
                <a:spcPct val="120000"/>
              </a:lnSpc>
              <a:buNone/>
            </a:pPr>
            <a:r>
              <a:rPr lang="vi-VN" sz="1200">
                <a:solidFill>
                  <a:srgbClr val="000000"/>
                </a:solidFill>
                <a:latin typeface="Arial"/>
              </a:rPr>
              <a:t>Chúng ta cùng tìm hiểu phần Tổng quan và Cú pháp cốt lõi qua đoạn code mẫu trên màn hình.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/>
          <p:nvPr>
            <p:ph type="body" idx="1"/>
          </p:nvPr>
        </p:nvSpPr>
        <p:spPr>
          <a:xfrm>
            <a:off x="685800" y="4457700"/>
            <a:ext cx="5486400" cy="2171700"/>
          </a:xfrm>
          <a:prstGeom prst="rect">
            <a:avLst/>
          </a:prstGeom>
        </p:spPr>
        <p:txBody>
          <a:bodyPr/>
          <a:lstStyle/>
          <a:p>
            <a:pPr indent="0" lvl="0" marL="0" rtl="0" algn="l">
              <a:lnSpc>
                <a:spcPct val="120000"/>
              </a:lnSpc>
              <a:buNone/>
            </a:pPr>
            <a:r>
              <a:rPr lang="vi-VN" sz="1200">
                <a:solidFill>
                  <a:srgbClr val="000000"/>
                </a:solidFill>
                <a:latin typeface="Arial"/>
              </a:rPr>
              <a:t>Lưu ý các trường hợp biên để phần mềm hoạt động ổn định nhất.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/>
          <p:nvPr>
            <p:ph type="body" idx="1"/>
          </p:nvPr>
        </p:nvSpPr>
        <p:spPr>
          <a:xfrm>
            <a:off x="685800" y="4457700"/>
            <a:ext cx="5486400" cy="2171700"/>
          </a:xfrm>
          <a:prstGeom prst="rect">
            <a:avLst/>
          </a:prstGeom>
        </p:spPr>
        <p:txBody>
          <a:bodyPr/>
          <a:lstStyle/>
          <a:p>
            <a:pPr indent="0" lvl="0" marL="0" rtl="0" algn="l">
              <a:lnSpc>
                <a:spcPct val="120000"/>
              </a:lnSpc>
              <a:buNone/>
            </a:pPr>
            <a:r>
              <a:rPr lang="vi-VN" sz="1200">
                <a:solidFill>
                  <a:srgbClr val="000000"/>
                </a:solidFill>
                <a:latin typeface="Arial"/>
              </a:rPr>
              <a:t>Chúng ta cùng tìm hiểu phần Kỹ thuật Thao tác &amp; Xử lý Dữ liệu qua đoạn code mẫu trên màn hình.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/>
          <p:nvPr>
            <p:ph type="body" idx="1"/>
          </p:nvPr>
        </p:nvSpPr>
        <p:spPr>
          <a:xfrm>
            <a:off x="685800" y="4457700"/>
            <a:ext cx="5486400" cy="2171700"/>
          </a:xfrm>
          <a:prstGeom prst="rect">
            <a:avLst/>
          </a:prstGeom>
        </p:spPr>
        <p:txBody>
          <a:bodyPr/>
          <a:lstStyle/>
          <a:p>
            <a:pPr indent="0" lvl="0" marL="0" rtl="0" algn="l">
              <a:lnSpc>
                <a:spcPct val="120000"/>
              </a:lnSpc>
              <a:buNone/>
            </a:pPr>
            <a:r>
              <a:rPr lang="vi-VN" sz="1200">
                <a:solidFill>
                  <a:srgbClr val="000000"/>
                </a:solidFill>
                <a:latin typeface="Arial"/>
              </a:rPr>
              <a:t>Lưu ý các trường hợp biên để phần mềm hoạt động ổn định nhất.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/>
          <p:nvPr>
            <p:ph type="body" idx="1"/>
          </p:nvPr>
        </p:nvSpPr>
        <p:spPr>
          <a:xfrm>
            <a:off x="685800" y="4457700"/>
            <a:ext cx="5486400" cy="2171700"/>
          </a:xfrm>
          <a:prstGeom prst="rect">
            <a:avLst/>
          </a:prstGeom>
        </p:spPr>
        <p:txBody>
          <a:bodyPr/>
          <a:lstStyle/>
          <a:p>
            <a:pPr indent="0" lvl="0" marL="0" rtl="0" algn="l">
              <a:lnSpc>
                <a:spcPct val="120000"/>
              </a:lnSpc>
              <a:buNone/>
            </a:pPr>
            <a:r>
              <a:rPr lang="vi-VN" sz="1200">
                <a:solidFill>
                  <a:srgbClr val="000000"/>
                </a:solidFill>
                <a:latin typeface="Arial"/>
              </a:rPr>
              <a:t>Chúng ta cùng tìm hiểu phần Lỗi thường gặp &amp; Tối ưu hóa qua đoạn code mẫu trên màn hình.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/>
          <p:nvPr>
            <p:ph type="body" idx="1"/>
          </p:nvPr>
        </p:nvSpPr>
        <p:spPr>
          <a:xfrm>
            <a:off x="685800" y="4457700"/>
            <a:ext cx="5486400" cy="2171700"/>
          </a:xfrm>
          <a:prstGeom prst="rect">
            <a:avLst/>
          </a:prstGeom>
        </p:spPr>
        <p:txBody>
          <a:bodyPr/>
          <a:lstStyle/>
          <a:p>
            <a:pPr indent="0" lvl="0" marL="0" rtl="0" algn="l">
              <a:lnSpc>
                <a:spcPct val="120000"/>
              </a:lnSpc>
              <a:buNone/>
            </a:pPr>
            <a:r>
              <a:rPr lang="vi-VN" sz="1200">
                <a:solidFill>
                  <a:srgbClr val="000000"/>
                </a:solidFill>
                <a:latin typeface="Arial"/>
              </a:rPr>
              <a:t>Lưu ý các trường hợp biên để phần mềm hoạt động ổn định nhất.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/>
          <p:nvPr>
            <p:ph type="body" idx="1"/>
          </p:nvPr>
        </p:nvSpPr>
        <p:spPr>
          <a:xfrm>
            <a:off x="685800" y="4457700"/>
            <a:ext cx="5486400" cy="2171700"/>
          </a:xfrm>
          <a:prstGeom prst="rect">
            <a:avLst/>
          </a:prstGeom>
        </p:spPr>
        <p:txBody>
          <a:bodyPr/>
          <a:lstStyle/>
          <a:p>
            <a:pPr indent="0" lvl="0" marL="0" rtl="0" algn="l">
              <a:lnSpc>
                <a:spcPct val="120000"/>
              </a:lnSpc>
              <a:buNone/>
            </a:pPr>
            <a:r>
              <a:rPr lang="vi-VN" sz="1200">
                <a:solidFill>
                  <a:srgbClr val="000000"/>
                </a:solidFill>
                <a:latin typeface="Arial"/>
              </a:rPr>
              <a:t>Ghi nhớ các thuật ngữ này để dễ dàng làm việc trong môi trường doanh nghiệp.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/>
          <p:nvPr>
            <p:ph type="body" idx="1"/>
          </p:nvPr>
        </p:nvSpPr>
        <p:spPr>
          <a:xfrm>
            <a:off x="685800" y="4457700"/>
            <a:ext cx="5486400" cy="2171700"/>
          </a:xfrm>
          <a:prstGeom prst="rect">
            <a:avLst/>
          </a:prstGeom>
        </p:spPr>
        <p:txBody>
          <a:bodyPr/>
          <a:lstStyle/>
          <a:p>
            <a:pPr indent="0" lvl="0" marL="0" rtl="0" algn="l">
              <a:lnSpc>
                <a:spcPct val="120000"/>
              </a:lnSpc>
              <a:buNone/>
            </a:pPr>
            <a:r>
              <a:rPr lang="vi-VN" sz="1200">
                <a:solidFill>
                  <a:srgbClr val="000000"/>
                </a:solidFill>
                <a:latin typeface="Arial"/>
              </a:rPr>
              <a:t>Cảm ơn các bạn đã theo dõi bài giảng. Chúc các bạn hoàn thành tốt các bài tập thực hành!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1.png"/><Relationship Id="rId4" Type="http://schemas.openxmlformats.org/officeDocument/2006/relationships/image" Target="../media/image1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1.png"/><Relationship Id="rId4" Type="http://schemas.openxmlformats.org/officeDocument/2006/relationships/image" Target="../media/image1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1.png"/><Relationship Id="rId4" Type="http://schemas.openxmlformats.org/officeDocument/2006/relationships/image" Target="../media/image1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>
  <p:cSld name="1_Section 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2"/>
          <p:cNvSpPr txBox="1"/>
          <p:nvPr>
            <p:ph type="title"/>
          </p:nvPr>
        </p:nvSpPr>
        <p:spPr>
          <a:xfrm rot="5400000">
            <a:off x="-1225840" y="1040275"/>
            <a:ext cx="4164099" cy="1845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Montserrat Black"/>
              <a:buNone/>
              <a:defRPr b="1" sz="6000">
                <a:solidFill>
                  <a:srgbClr val="C00000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32"/>
          <p:cNvSpPr txBox="1"/>
          <p:nvPr>
            <p:ph idx="1" type="body"/>
          </p:nvPr>
        </p:nvSpPr>
        <p:spPr>
          <a:xfrm>
            <a:off x="2394064" y="2759840"/>
            <a:ext cx="1122220" cy="1138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2727"/>
              </a:buClr>
              <a:buSzPts val="6000"/>
              <a:buFont typeface="Montserrat"/>
              <a:buNone/>
              <a:defRPr b="1" sz="6000">
                <a:solidFill>
                  <a:srgbClr val="BE2727"/>
                </a:solidFill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2"/>
          <p:cNvSpPr txBox="1"/>
          <p:nvPr>
            <p:ph idx="2" type="body"/>
          </p:nvPr>
        </p:nvSpPr>
        <p:spPr>
          <a:xfrm>
            <a:off x="3516284" y="2888427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2727"/>
              </a:buClr>
              <a:buSzPts val="2000"/>
              <a:buFont typeface="Montserrat"/>
              <a:buNone/>
              <a:defRPr b="1" sz="2000">
                <a:solidFill>
                  <a:srgbClr val="BE2727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32"/>
          <p:cNvSpPr txBox="1"/>
          <p:nvPr>
            <p:ph idx="3" type="body"/>
          </p:nvPr>
        </p:nvSpPr>
        <p:spPr>
          <a:xfrm>
            <a:off x="2310942" y="4349625"/>
            <a:ext cx="1205342" cy="1138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2727"/>
              </a:buClr>
              <a:buSzPts val="6000"/>
              <a:buFont typeface="Montserrat"/>
              <a:buNone/>
              <a:defRPr b="1" sz="6000">
                <a:solidFill>
                  <a:srgbClr val="BE2727"/>
                </a:solidFill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2"/>
          <p:cNvSpPr txBox="1"/>
          <p:nvPr>
            <p:ph idx="4" type="body"/>
          </p:nvPr>
        </p:nvSpPr>
        <p:spPr>
          <a:xfrm>
            <a:off x="3516284" y="4478213"/>
            <a:ext cx="2733675" cy="557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2727"/>
              </a:buClr>
              <a:buSzPts val="2000"/>
              <a:buFont typeface="Montserrat"/>
              <a:buNone/>
              <a:defRPr b="1" sz="2000">
                <a:solidFill>
                  <a:srgbClr val="BE2727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2"/>
          <p:cNvSpPr txBox="1"/>
          <p:nvPr>
            <p:ph idx="5" type="body"/>
          </p:nvPr>
        </p:nvSpPr>
        <p:spPr>
          <a:xfrm>
            <a:off x="7245926" y="2759840"/>
            <a:ext cx="1202576" cy="1138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2727"/>
              </a:buClr>
              <a:buSzPts val="6000"/>
              <a:buFont typeface="Montserrat"/>
              <a:buNone/>
              <a:defRPr b="1" sz="6000">
                <a:solidFill>
                  <a:srgbClr val="BE2727"/>
                </a:solidFill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2"/>
          <p:cNvSpPr txBox="1"/>
          <p:nvPr>
            <p:ph idx="6" type="body"/>
          </p:nvPr>
        </p:nvSpPr>
        <p:spPr>
          <a:xfrm>
            <a:off x="8448502" y="2888427"/>
            <a:ext cx="2733675" cy="557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2727"/>
              </a:buClr>
              <a:buSzPts val="2000"/>
              <a:buFont typeface="Montserrat"/>
              <a:buNone/>
              <a:defRPr b="1" sz="2000">
                <a:solidFill>
                  <a:srgbClr val="BE2727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32"/>
          <p:cNvSpPr txBox="1"/>
          <p:nvPr>
            <p:ph idx="7" type="body"/>
          </p:nvPr>
        </p:nvSpPr>
        <p:spPr>
          <a:xfrm>
            <a:off x="7245926" y="4349625"/>
            <a:ext cx="1202576" cy="1138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2727"/>
              </a:buClr>
              <a:buSzPts val="6000"/>
              <a:buFont typeface="Montserrat"/>
              <a:buNone/>
              <a:defRPr b="1" sz="6000">
                <a:solidFill>
                  <a:srgbClr val="BE2727"/>
                </a:solidFill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32"/>
          <p:cNvSpPr txBox="1"/>
          <p:nvPr>
            <p:ph idx="8" type="body"/>
          </p:nvPr>
        </p:nvSpPr>
        <p:spPr>
          <a:xfrm>
            <a:off x="8448502" y="4478213"/>
            <a:ext cx="2733675" cy="557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2727"/>
              </a:buClr>
              <a:buSzPts val="2000"/>
              <a:buFont typeface="Montserrat"/>
              <a:buNone/>
              <a:defRPr b="1" sz="2000">
                <a:solidFill>
                  <a:srgbClr val="BE2727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32"/>
          <p:cNvSpPr txBox="1"/>
          <p:nvPr>
            <p:ph idx="9" type="body"/>
          </p:nvPr>
        </p:nvSpPr>
        <p:spPr>
          <a:xfrm>
            <a:off x="3516283" y="3284445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400"/>
              <a:buFont typeface="Montserrat"/>
              <a:buNone/>
              <a:defRPr sz="1400">
                <a:solidFill>
                  <a:srgbClr val="171616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32"/>
          <p:cNvSpPr txBox="1"/>
          <p:nvPr>
            <p:ph idx="13" type="body"/>
          </p:nvPr>
        </p:nvSpPr>
        <p:spPr>
          <a:xfrm>
            <a:off x="3516283" y="4874231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400"/>
              <a:buFont typeface="Montserrat"/>
              <a:buNone/>
              <a:defRPr sz="1400">
                <a:solidFill>
                  <a:srgbClr val="171616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32"/>
          <p:cNvSpPr txBox="1"/>
          <p:nvPr>
            <p:ph idx="14" type="body"/>
          </p:nvPr>
        </p:nvSpPr>
        <p:spPr>
          <a:xfrm>
            <a:off x="8448501" y="3284444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400"/>
              <a:buFont typeface="Montserrat"/>
              <a:buNone/>
              <a:defRPr sz="1400">
                <a:solidFill>
                  <a:srgbClr val="171616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32"/>
          <p:cNvSpPr txBox="1"/>
          <p:nvPr>
            <p:ph idx="15" type="body"/>
          </p:nvPr>
        </p:nvSpPr>
        <p:spPr>
          <a:xfrm>
            <a:off x="8448500" y="4893727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400"/>
              <a:buFont typeface="Montserrat"/>
              <a:buNone/>
              <a:defRPr sz="1400">
                <a:solidFill>
                  <a:srgbClr val="171616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1" name="Google Shape;3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8"/>
          <p:cNvSpPr txBox="1"/>
          <p:nvPr>
            <p:ph idx="1" type="body"/>
          </p:nvPr>
        </p:nvSpPr>
        <p:spPr>
          <a:xfrm>
            <a:off x="742507" y="1978428"/>
            <a:ext cx="5181600" cy="40196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560"/>
              <a:buFont typeface="Arial"/>
              <a:buChar char="•"/>
              <a:defRPr sz="1600"/>
            </a:lvl1pPr>
            <a:lvl2pPr indent="-310896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296"/>
              <a:buFont typeface="Arial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4" name="Google Shape;34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87100" y="5837237"/>
            <a:ext cx="1104900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38"/>
          <p:cNvSpPr txBox="1"/>
          <p:nvPr/>
        </p:nvSpPr>
        <p:spPr>
          <a:xfrm>
            <a:off x="11546379" y="6356350"/>
            <a:ext cx="4558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" name="Google Shape;37;p38"/>
          <p:cNvSpPr txBox="1"/>
          <p:nvPr>
            <p:ph idx="2" type="body"/>
          </p:nvPr>
        </p:nvSpPr>
        <p:spPr>
          <a:xfrm>
            <a:off x="6267893" y="1978428"/>
            <a:ext cx="5181600" cy="401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560"/>
              <a:buFont typeface="Arial"/>
              <a:buChar char="•"/>
              <a:defRPr sz="1600"/>
            </a:lvl1pPr>
            <a:lvl2pPr indent="-310896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296"/>
              <a:buFont typeface="Arial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38"/>
          <p:cNvSpPr txBox="1"/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2727"/>
              </a:buClr>
              <a:buSzPts val="2800"/>
              <a:buFont typeface="Montserrat ExtraBold"/>
              <a:buNone/>
              <a:defRPr b="1" sz="2800">
                <a:solidFill>
                  <a:srgbClr val="BE2727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9" name="Google Shape;39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9185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34"/>
          <p:cNvSpPr txBox="1"/>
          <p:nvPr>
            <p:ph type="ctrTitle"/>
          </p:nvPr>
        </p:nvSpPr>
        <p:spPr>
          <a:xfrm>
            <a:off x="1697669" y="3351966"/>
            <a:ext cx="720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Montserrat ExtraBold"/>
              <a:buNone/>
              <a:defRPr sz="400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3" name="Google Shape;43;p34"/>
          <p:cNvSpPr txBox="1"/>
          <p:nvPr>
            <p:ph idx="1" type="subTitle"/>
          </p:nvPr>
        </p:nvSpPr>
        <p:spPr>
          <a:xfrm>
            <a:off x="1697669" y="4071966"/>
            <a:ext cx="5041797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EABAB"/>
              </a:buClr>
              <a:buSzPts val="2800"/>
              <a:buNone/>
              <a:defRPr>
                <a:solidFill>
                  <a:srgbClr val="AEABAB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lvl="2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lvl="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pic>
        <p:nvPicPr>
          <p:cNvPr id="44" name="Google Shape;4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49810" y="1223962"/>
            <a:ext cx="4438650" cy="441007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34"/>
          <p:cNvSpPr/>
          <p:nvPr/>
        </p:nvSpPr>
        <p:spPr>
          <a:xfrm rot="5400000">
            <a:off x="-307571" y="2821864"/>
            <a:ext cx="1446414" cy="831272"/>
          </a:xfrm>
          <a:prstGeom prst="triangle">
            <a:avLst>
              <a:gd fmla="val 50000" name="adj"/>
            </a:avLst>
          </a:prstGeom>
          <a:solidFill>
            <a:srgbClr val="BE27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" name="Google Shape;46;p34"/>
          <p:cNvSpPr txBox="1"/>
          <p:nvPr>
            <p:ph idx="2" type="body"/>
          </p:nvPr>
        </p:nvSpPr>
        <p:spPr>
          <a:xfrm>
            <a:off x="1562203" y="1974293"/>
            <a:ext cx="29785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9600"/>
              <a:buNone/>
              <a:defRPr b="0" sz="96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pic>
        <p:nvPicPr>
          <p:cNvPr id="47" name="Google Shape;4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5325" y="5268225"/>
            <a:ext cx="2040576" cy="99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5"/>
          <p:cNvSpPr txBox="1"/>
          <p:nvPr>
            <p:ph type="title"/>
          </p:nvPr>
        </p:nvSpPr>
        <p:spPr>
          <a:xfrm>
            <a:off x="1974966" y="2521987"/>
            <a:ext cx="807635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Montserrat Black"/>
              <a:buNone/>
              <a:defRPr b="1" sz="6000">
                <a:solidFill>
                  <a:srgbClr val="C00000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0" name="Google Shape;50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9185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35"/>
          <p:cNvSpPr txBox="1"/>
          <p:nvPr>
            <p:ph idx="1" type="body"/>
          </p:nvPr>
        </p:nvSpPr>
        <p:spPr>
          <a:xfrm>
            <a:off x="1989667" y="3847550"/>
            <a:ext cx="8076353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  <a:defRPr sz="32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35"/>
          <p:cNvSpPr/>
          <p:nvPr/>
        </p:nvSpPr>
        <p:spPr>
          <a:xfrm rot="10800000">
            <a:off x="5289935" y="1559948"/>
            <a:ext cx="1446414" cy="831272"/>
          </a:xfrm>
          <a:prstGeom prst="triangle">
            <a:avLst>
              <a:gd fmla="val 50000" name="adj"/>
            </a:avLst>
          </a:prstGeom>
          <a:solidFill>
            <a:srgbClr val="BE27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3" name="Google Shape;5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2013" y="5255650"/>
            <a:ext cx="2040576" cy="99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7100" y="5837237"/>
            <a:ext cx="1104900" cy="10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36"/>
          <p:cNvSpPr txBox="1"/>
          <p:nvPr/>
        </p:nvSpPr>
        <p:spPr>
          <a:xfrm>
            <a:off x="11546379" y="6356350"/>
            <a:ext cx="4558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36"/>
          <p:cNvSpPr txBox="1"/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2727"/>
              </a:buClr>
              <a:buSzPts val="2800"/>
              <a:buFont typeface="Montserrat ExtraBold"/>
              <a:buNone/>
              <a:defRPr b="1" sz="2800">
                <a:solidFill>
                  <a:srgbClr val="BE2727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9" name="Google Shape;5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ontent with Caption">
  <p:cSld name="2_Content with Caption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7"/>
          <p:cNvSpPr txBox="1"/>
          <p:nvPr>
            <p:ph idx="1" type="body"/>
          </p:nvPr>
        </p:nvSpPr>
        <p:spPr>
          <a:xfrm>
            <a:off x="3818313" y="3901864"/>
            <a:ext cx="4555374" cy="2169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pic>
        <p:nvPicPr>
          <p:cNvPr id="62" name="Google Shape;62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7100" y="5837237"/>
            <a:ext cx="1104900" cy="10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7"/>
          <p:cNvSpPr txBox="1"/>
          <p:nvPr/>
        </p:nvSpPr>
        <p:spPr>
          <a:xfrm>
            <a:off x="11546379" y="6356350"/>
            <a:ext cx="4558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37"/>
          <p:cNvSpPr txBox="1"/>
          <p:nvPr>
            <p:ph idx="2" type="body"/>
          </p:nvPr>
        </p:nvSpPr>
        <p:spPr>
          <a:xfrm>
            <a:off x="803764" y="834017"/>
            <a:ext cx="2978527" cy="2030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3200"/>
              <a:buNone/>
              <a:defRPr b="0" sz="32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pic>
        <p:nvPicPr>
          <p:cNvPr id="66" name="Google Shape;66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838200" y="3858704"/>
            <a:ext cx="2860964" cy="45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with Caption">
  <p:cSld name="1_Content with Ca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9"/>
          <p:cNvSpPr txBox="1"/>
          <p:nvPr>
            <p:ph idx="1" type="body"/>
          </p:nvPr>
        </p:nvSpPr>
        <p:spPr>
          <a:xfrm>
            <a:off x="746918" y="3882043"/>
            <a:ext cx="3816769" cy="2169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pic>
        <p:nvPicPr>
          <p:cNvPr id="70" name="Google Shape;70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7100" y="5837237"/>
            <a:ext cx="1104900" cy="10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9"/>
          <p:cNvSpPr txBox="1"/>
          <p:nvPr/>
        </p:nvSpPr>
        <p:spPr>
          <a:xfrm>
            <a:off x="11546379" y="6356350"/>
            <a:ext cx="4558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39"/>
          <p:cNvSpPr txBox="1"/>
          <p:nvPr>
            <p:ph idx="2" type="body"/>
          </p:nvPr>
        </p:nvSpPr>
        <p:spPr>
          <a:xfrm>
            <a:off x="803764" y="834017"/>
            <a:ext cx="2978527" cy="2030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  <a:defRPr b="0" sz="2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pic>
        <p:nvPicPr>
          <p:cNvPr id="74" name="Google Shape;7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>
  <p:cSld name="2_Title Slide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9085"/>
            <a:ext cx="12534822" cy="695910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40"/>
          <p:cNvSpPr txBox="1"/>
          <p:nvPr>
            <p:ph type="ctrTitle"/>
          </p:nvPr>
        </p:nvSpPr>
        <p:spPr>
          <a:xfrm>
            <a:off x="2594340" y="3145331"/>
            <a:ext cx="7558961" cy="1515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 Black"/>
              <a:buNone/>
              <a:defRPr sz="3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0"/>
          <p:cNvSpPr txBox="1"/>
          <p:nvPr>
            <p:ph idx="1" type="subTitle"/>
          </p:nvPr>
        </p:nvSpPr>
        <p:spPr>
          <a:xfrm>
            <a:off x="2594340" y="4372481"/>
            <a:ext cx="7558961" cy="13008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79" name="Google Shape;7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94571" y="1362499"/>
            <a:ext cx="4280502" cy="4258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241803" y="1422897"/>
            <a:ext cx="4280502" cy="4258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61198" y="4951700"/>
            <a:ext cx="2012426" cy="98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11667" y="-83672"/>
            <a:ext cx="12640676" cy="7017872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0"/>
          <p:cNvSpPr txBox="1"/>
          <p:nvPr>
            <p:ph type="ctrTitle"/>
          </p:nvPr>
        </p:nvSpPr>
        <p:spPr>
          <a:xfrm>
            <a:off x="279991" y="3969209"/>
            <a:ext cx="9144000" cy="14644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 Black"/>
              <a:buNone/>
              <a:defRPr sz="3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0"/>
          <p:cNvSpPr txBox="1"/>
          <p:nvPr>
            <p:ph idx="1" type="subTitle"/>
          </p:nvPr>
        </p:nvSpPr>
        <p:spPr>
          <a:xfrm>
            <a:off x="279991" y="5433627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86" name="Google Shape;8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2381" y="-123349"/>
            <a:ext cx="7133810" cy="7097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0000" y="322051"/>
            <a:ext cx="3225201" cy="157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 type="blank">
  <p:cSld name="BLANK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87100" y="5837237"/>
            <a:ext cx="1104900" cy="10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41"/>
          <p:cNvSpPr txBox="1"/>
          <p:nvPr/>
        </p:nvSpPr>
        <p:spPr>
          <a:xfrm>
            <a:off x="11546379" y="6356350"/>
            <a:ext cx="4558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1" name="Google Shape;9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9085"/>
            <a:ext cx="12534822" cy="6959104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31"/>
          <p:cNvSpPr txBox="1"/>
          <p:nvPr>
            <p:ph type="ctrTitle"/>
          </p:nvPr>
        </p:nvSpPr>
        <p:spPr>
          <a:xfrm>
            <a:off x="2594340" y="3145331"/>
            <a:ext cx="7558961" cy="1515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 Black"/>
              <a:buNone/>
              <a:defRPr sz="3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1"/>
          <p:cNvSpPr txBox="1"/>
          <p:nvPr>
            <p:ph idx="1" type="subTitle"/>
          </p:nvPr>
        </p:nvSpPr>
        <p:spPr>
          <a:xfrm>
            <a:off x="2594340" y="4372481"/>
            <a:ext cx="7558961" cy="13008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97" name="Google Shape;9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94571" y="1362499"/>
            <a:ext cx="4280502" cy="4258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241803" y="1422897"/>
            <a:ext cx="4280502" cy="4258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0423" y="2015275"/>
            <a:ext cx="2012426" cy="98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60713" y="0"/>
            <a:ext cx="12352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3"/>
          <p:cNvSpPr txBox="1"/>
          <p:nvPr>
            <p:ph type="title"/>
          </p:nvPr>
        </p:nvSpPr>
        <p:spPr>
          <a:xfrm rot="5400000">
            <a:off x="-1225840" y="973773"/>
            <a:ext cx="4164099" cy="1845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 Black"/>
              <a:buNone/>
              <a:defRPr b="1" sz="60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" name="Google Shape;104;p33"/>
          <p:cNvSpPr txBox="1"/>
          <p:nvPr>
            <p:ph idx="1" type="body"/>
          </p:nvPr>
        </p:nvSpPr>
        <p:spPr>
          <a:xfrm>
            <a:off x="2394064" y="2759840"/>
            <a:ext cx="1122220" cy="1138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b="1" sz="6000">
                <a:solidFill>
                  <a:schemeClr val="lt1"/>
                </a:solidFill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33"/>
          <p:cNvSpPr txBox="1"/>
          <p:nvPr>
            <p:ph idx="2" type="body"/>
          </p:nvPr>
        </p:nvSpPr>
        <p:spPr>
          <a:xfrm>
            <a:off x="3516284" y="2888427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None/>
              <a:defRPr b="1" sz="2000"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33"/>
          <p:cNvSpPr txBox="1"/>
          <p:nvPr>
            <p:ph idx="3" type="body"/>
          </p:nvPr>
        </p:nvSpPr>
        <p:spPr>
          <a:xfrm>
            <a:off x="2310942" y="4349625"/>
            <a:ext cx="1205342" cy="1138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b="1" sz="6000">
                <a:solidFill>
                  <a:schemeClr val="lt1"/>
                </a:solidFill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33"/>
          <p:cNvSpPr txBox="1"/>
          <p:nvPr>
            <p:ph idx="4" type="body"/>
          </p:nvPr>
        </p:nvSpPr>
        <p:spPr>
          <a:xfrm>
            <a:off x="3516284" y="4478213"/>
            <a:ext cx="2733675" cy="557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None/>
              <a:defRPr b="1" sz="2000"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33"/>
          <p:cNvSpPr txBox="1"/>
          <p:nvPr>
            <p:ph idx="5" type="body"/>
          </p:nvPr>
        </p:nvSpPr>
        <p:spPr>
          <a:xfrm>
            <a:off x="7245926" y="2759840"/>
            <a:ext cx="1202576" cy="1138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b="1" sz="6000">
                <a:solidFill>
                  <a:schemeClr val="lt1"/>
                </a:solidFill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33"/>
          <p:cNvSpPr txBox="1"/>
          <p:nvPr>
            <p:ph idx="6" type="body"/>
          </p:nvPr>
        </p:nvSpPr>
        <p:spPr>
          <a:xfrm>
            <a:off x="8448502" y="2888427"/>
            <a:ext cx="2733675" cy="557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None/>
              <a:defRPr b="1" sz="2000"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33"/>
          <p:cNvSpPr txBox="1"/>
          <p:nvPr>
            <p:ph idx="7" type="body"/>
          </p:nvPr>
        </p:nvSpPr>
        <p:spPr>
          <a:xfrm>
            <a:off x="7245926" y="4349625"/>
            <a:ext cx="1202576" cy="1138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b="1" sz="6000">
                <a:solidFill>
                  <a:schemeClr val="lt1"/>
                </a:solidFill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33"/>
          <p:cNvSpPr txBox="1"/>
          <p:nvPr>
            <p:ph idx="8" type="body"/>
          </p:nvPr>
        </p:nvSpPr>
        <p:spPr>
          <a:xfrm>
            <a:off x="8448502" y="4478213"/>
            <a:ext cx="2733675" cy="557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None/>
              <a:defRPr b="1" sz="2000"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33"/>
          <p:cNvSpPr txBox="1"/>
          <p:nvPr>
            <p:ph idx="9" type="body"/>
          </p:nvPr>
        </p:nvSpPr>
        <p:spPr>
          <a:xfrm>
            <a:off x="3516283" y="3284445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33"/>
          <p:cNvSpPr txBox="1"/>
          <p:nvPr>
            <p:ph idx="13" type="body"/>
          </p:nvPr>
        </p:nvSpPr>
        <p:spPr>
          <a:xfrm>
            <a:off x="3516283" y="4874231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33"/>
          <p:cNvSpPr txBox="1"/>
          <p:nvPr>
            <p:ph idx="14" type="body"/>
          </p:nvPr>
        </p:nvSpPr>
        <p:spPr>
          <a:xfrm>
            <a:off x="8448501" y="3284444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33"/>
          <p:cNvSpPr txBox="1"/>
          <p:nvPr>
            <p:ph idx="15" type="body"/>
          </p:nvPr>
        </p:nvSpPr>
        <p:spPr>
          <a:xfrm>
            <a:off x="8448500" y="4893727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16" name="Google Shape;11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55475" y="328227"/>
            <a:ext cx="1809802" cy="882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5"/>
          <p:cNvSpPr txBox="1"/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2727"/>
              </a:buClr>
              <a:buSzPts val="2800"/>
              <a:buFont typeface="Montserrat ExtraBold"/>
              <a:buNone/>
              <a:defRPr b="1" sz="2800">
                <a:solidFill>
                  <a:srgbClr val="BE2727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9" name="Google Shape;119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87100" y="5837237"/>
            <a:ext cx="1104900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45"/>
          <p:cNvSpPr txBox="1"/>
          <p:nvPr>
            <p:ph idx="12" type="sldNum"/>
          </p:nvPr>
        </p:nvSpPr>
        <p:spPr>
          <a:xfrm>
            <a:off x="11546379" y="6356350"/>
            <a:ext cx="4558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45"/>
          <p:cNvSpPr txBox="1"/>
          <p:nvPr>
            <p:ph idx="1" type="body"/>
          </p:nvPr>
        </p:nvSpPr>
        <p:spPr>
          <a:xfrm>
            <a:off x="838200" y="1680599"/>
            <a:ext cx="10641676" cy="50408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560"/>
              <a:buFont typeface="Arial"/>
              <a:buChar char="•"/>
              <a:defRPr sz="1600"/>
            </a:lvl1pPr>
            <a:lvl2pPr indent="-310896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296"/>
              <a:buFont typeface="Courier New"/>
              <a:buChar char="o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23" name="Google Shape;123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6"/>
          <p:cNvSpPr txBox="1"/>
          <p:nvPr>
            <p:ph idx="1" type="body"/>
          </p:nvPr>
        </p:nvSpPr>
        <p:spPr>
          <a:xfrm>
            <a:off x="1695999" y="1566639"/>
            <a:ext cx="3175259" cy="82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6" name="Google Shape;126;p46"/>
          <p:cNvSpPr txBox="1"/>
          <p:nvPr>
            <p:ph idx="2" type="body"/>
          </p:nvPr>
        </p:nvSpPr>
        <p:spPr>
          <a:xfrm>
            <a:off x="7176164" y="1566639"/>
            <a:ext cx="3175260" cy="82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pic>
        <p:nvPicPr>
          <p:cNvPr id="127" name="Google Shape;127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7100" y="5837237"/>
            <a:ext cx="1104900" cy="10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46"/>
          <p:cNvSpPr txBox="1"/>
          <p:nvPr/>
        </p:nvSpPr>
        <p:spPr>
          <a:xfrm>
            <a:off x="11546379" y="6356350"/>
            <a:ext cx="4558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p46"/>
          <p:cNvSpPr/>
          <p:nvPr/>
        </p:nvSpPr>
        <p:spPr>
          <a:xfrm>
            <a:off x="2199884" y="2284225"/>
            <a:ext cx="2307266" cy="53163"/>
          </a:xfrm>
          <a:prstGeom prst="rect">
            <a:avLst/>
          </a:prstGeom>
          <a:solidFill>
            <a:srgbClr val="BE27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46"/>
          <p:cNvSpPr/>
          <p:nvPr/>
        </p:nvSpPr>
        <p:spPr>
          <a:xfrm>
            <a:off x="7610161" y="2337388"/>
            <a:ext cx="2307266" cy="53163"/>
          </a:xfrm>
          <a:prstGeom prst="rect">
            <a:avLst/>
          </a:prstGeom>
          <a:solidFill>
            <a:srgbClr val="BE27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46"/>
          <p:cNvSpPr txBox="1"/>
          <p:nvPr>
            <p:ph idx="3" type="body"/>
          </p:nvPr>
        </p:nvSpPr>
        <p:spPr>
          <a:xfrm>
            <a:off x="838200" y="2524124"/>
            <a:ext cx="5063836" cy="38322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560"/>
              <a:buFont typeface="Arial"/>
              <a:buChar char="•"/>
              <a:defRPr sz="1600"/>
            </a:lvl1pPr>
            <a:lvl2pPr indent="-310896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296"/>
              <a:buFont typeface="Arial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46"/>
          <p:cNvSpPr txBox="1"/>
          <p:nvPr>
            <p:ph idx="4" type="body"/>
          </p:nvPr>
        </p:nvSpPr>
        <p:spPr>
          <a:xfrm>
            <a:off x="6137734" y="2524123"/>
            <a:ext cx="5063836" cy="38322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560"/>
              <a:buFont typeface="Arial"/>
              <a:buChar char="•"/>
              <a:defRPr sz="1600"/>
            </a:lvl1pPr>
            <a:lvl2pPr indent="-310896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296"/>
              <a:buFont typeface="Arial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4" name="Google Shape;134;p46"/>
          <p:cNvSpPr txBox="1"/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2727"/>
              </a:buClr>
              <a:buSzPts val="2800"/>
              <a:buFont typeface="Montserrat ExtraBold"/>
              <a:buNone/>
              <a:defRPr b="1" sz="2800">
                <a:solidFill>
                  <a:srgbClr val="BE2727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5" name="Google Shape;135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7"/>
          <p:cNvSpPr txBox="1"/>
          <p:nvPr>
            <p:ph idx="1" type="body"/>
          </p:nvPr>
        </p:nvSpPr>
        <p:spPr>
          <a:xfrm>
            <a:off x="838199" y="3672580"/>
            <a:ext cx="3932237" cy="14050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pic>
        <p:nvPicPr>
          <p:cNvPr id="138" name="Google Shape;138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7100" y="5837237"/>
            <a:ext cx="1104900" cy="10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47"/>
          <p:cNvSpPr txBox="1"/>
          <p:nvPr/>
        </p:nvSpPr>
        <p:spPr>
          <a:xfrm>
            <a:off x="11546379" y="6356350"/>
            <a:ext cx="4558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p47"/>
          <p:cNvSpPr txBox="1"/>
          <p:nvPr>
            <p:ph idx="2" type="body"/>
          </p:nvPr>
        </p:nvSpPr>
        <p:spPr>
          <a:xfrm>
            <a:off x="803764" y="834017"/>
            <a:ext cx="2978527" cy="2030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  <a:defRPr b="0" sz="2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2" name="Google Shape;142;p47"/>
          <p:cNvSpPr txBox="1"/>
          <p:nvPr>
            <p:ph idx="3" type="body"/>
          </p:nvPr>
        </p:nvSpPr>
        <p:spPr>
          <a:xfrm>
            <a:off x="5170488" y="1346200"/>
            <a:ext cx="6375400" cy="4887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3" name="Google Shape;143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4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4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8" name="Google Shape;148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4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4" name="Google Shape;154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5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0" name="Google Shape;160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4" name="Google Shape;164;g128e061f2de_0_109"/>
          <p:cNvCxnSpPr/>
          <p:nvPr/>
        </p:nvCxnSpPr>
        <p:spPr>
          <a:xfrm>
            <a:off x="575800" y="6322471"/>
            <a:ext cx="11040300" cy="0"/>
          </a:xfrm>
          <a:prstGeom prst="straightConnector1">
            <a:avLst/>
          </a:prstGeom>
          <a:noFill/>
          <a:ln cap="flat" cmpd="sng" w="9525">
            <a:solidFill>
              <a:srgbClr val="C6C5C5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65" name="Google Shape;165;g128e061f2de_0_109"/>
          <p:cNvSpPr txBox="1"/>
          <p:nvPr>
            <p:ph type="title"/>
          </p:nvPr>
        </p:nvSpPr>
        <p:spPr>
          <a:xfrm>
            <a:off x="415600" y="284933"/>
            <a:ext cx="113607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9"/>
              </a:buClr>
              <a:buSzPts val="3700"/>
              <a:buFont typeface="Trebuchet MS"/>
              <a:buNone/>
              <a:defRPr>
                <a:solidFill>
                  <a:srgbClr val="56657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cxnSp>
        <p:nvCxnSpPr>
          <p:cNvPr id="166" name="Google Shape;166;g128e061f2de_0_109"/>
          <p:cNvCxnSpPr/>
          <p:nvPr/>
        </p:nvCxnSpPr>
        <p:spPr>
          <a:xfrm>
            <a:off x="575800" y="1002333"/>
            <a:ext cx="11040300" cy="0"/>
          </a:xfrm>
          <a:prstGeom prst="straightConnector1">
            <a:avLst/>
          </a:prstGeom>
          <a:noFill/>
          <a:ln cap="flat" cmpd="sng" w="9525">
            <a:solidFill>
              <a:srgbClr val="C6C5C5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67" name="Google Shape;167;g128e061f2de_0_109">
            <a:hlinkClick action="ppaction://hlinkshowjump?jump=previousslide"/>
          </p:cNvPr>
          <p:cNvSpPr/>
          <p:nvPr/>
        </p:nvSpPr>
        <p:spPr>
          <a:xfrm rot="2700000">
            <a:off x="11348840" y="6420393"/>
            <a:ext cx="113279" cy="113279"/>
          </a:xfrm>
          <a:prstGeom prst="rtTriangle">
            <a:avLst/>
          </a:prstGeom>
          <a:solidFill>
            <a:srgbClr val="C6C5C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128e061f2de_0_109"/>
          <p:cNvSpPr/>
          <p:nvPr/>
        </p:nvSpPr>
        <p:spPr>
          <a:xfrm>
            <a:off x="579075" y="6315167"/>
            <a:ext cx="506400" cy="232800"/>
          </a:xfrm>
          <a:prstGeom prst="rect">
            <a:avLst/>
          </a:prstGeom>
          <a:solidFill>
            <a:srgbClr val="C6C5C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128e061f2de_0_109">
            <a:hlinkClick action="ppaction://hlinkshowjump?jump=nextslide"/>
          </p:cNvPr>
          <p:cNvSpPr/>
          <p:nvPr/>
        </p:nvSpPr>
        <p:spPr>
          <a:xfrm rot="-8100000">
            <a:off x="11508840" y="6420194"/>
            <a:ext cx="113279" cy="113279"/>
          </a:xfrm>
          <a:prstGeom prst="rtTriangle">
            <a:avLst/>
          </a:prstGeom>
          <a:solidFill>
            <a:srgbClr val="C6C5C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128e061f2de_0_109"/>
          <p:cNvSpPr txBox="1"/>
          <p:nvPr>
            <p:ph idx="12" type="sldNum"/>
          </p:nvPr>
        </p:nvSpPr>
        <p:spPr>
          <a:xfrm>
            <a:off x="579067" y="6315167"/>
            <a:ext cx="506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g128e061f2de_0_109"/>
          <p:cNvSpPr txBox="1"/>
          <p:nvPr/>
        </p:nvSpPr>
        <p:spPr>
          <a:xfrm>
            <a:off x="9204248" y="6246912"/>
            <a:ext cx="20436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6C5C5"/>
                </a:solidFill>
                <a:latin typeface="Arial"/>
                <a:ea typeface="Arial"/>
                <a:cs typeface="Arial"/>
                <a:sym typeface="Arial"/>
              </a:rPr>
              <a:t>www.companyname.com</a:t>
            </a:r>
            <a:endParaRPr b="0" i="0" sz="1200" u="none" cap="none" strike="noStrike">
              <a:solidFill>
                <a:srgbClr val="C6C5C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21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"/>
              <a:buNone/>
              <a:defRPr b="0" i="0" sz="4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" name="Google Shape;1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3" name="Google Shape;1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29"/>
          <p:cNvSpPr txBox="1"/>
          <p:nvPr/>
        </p:nvSpPr>
        <p:spPr>
          <a:xfrm>
            <a:off x="1981200" y="6338813"/>
            <a:ext cx="712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© 2022 By Rikkei Academy - Rikkei Education -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2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2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2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2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2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2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2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2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2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3.xml"/>
  <Relationship Id="rId2" Type="http://schemas.openxmlformats.org/officeDocument/2006/relationships/notesSlide" Target="../notesSlides/notesSlide1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Title 1001"/>
          <p:cNvSpPr txBox="1"/>
          <p:nvPr>
            <p:ph type="title"/>
          </p:nvPr>
        </p:nvSpPr>
        <p:spPr>
          <a:xfrm>
            <a:off x="838200" y="2600000"/>
            <a:ext cx="10500000" cy="14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2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Session 17 - Tương tác DOM API (Document Object Model)- Truy xuất và Thay đổi Nội dung</a:t>
            </a:r>
          </a:p>
        </p:txBody>
      </p:sp>
      <p:sp>
        <p:nvSpPr>
          <p:cNvPr id="1002" name="H2_Subtitle_1002"/>
          <p:cNvSpPr txBox="1"/>
          <p:nvPr/>
        </p:nvSpPr>
        <p:spPr>
          <a:xfrm>
            <a:off x="838200" y="4100000"/>
            <a:ext cx="1050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200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Phát triển ứng dụng web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Title 1003"/>
          <p:cNvSpPr txBox="1"/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2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Nội Dung Bài Giảng</a:t>
            </a:r>
          </a:p>
        </p:txBody>
      </p:sp>
      <p:sp>
        <p:nvSpPr>
          <p:cNvPr id="1004" name="CardBg_1004"/>
          <p:cNvSpPr/>
          <p:nvPr/>
        </p:nvSpPr>
        <p:spPr>
          <a:xfrm>
            <a:off x="838200" y="1600000"/>
            <a:ext cx="10500000" cy="48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005" name="TextBox_1005"/>
          <p:cNvSpPr txBox="1"/>
          <p:nvPr/>
        </p:nvSpPr>
        <p:spPr>
          <a:xfrm>
            <a:off x="1100000" y="1800000"/>
            <a:ext cx="9900000" cy="4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35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1" i="0" lang="vi-VN" sz="20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Phần 01: </a:t>
            </a:r>
            <a:r>
              <a:rPr b="0" i="0" lang="vi-VN"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Tổng quan và Cú pháp cốt lõi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35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1" i="0" lang="vi-VN" sz="20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Phần 02: </a:t>
            </a:r>
            <a:r>
              <a:rPr b="0" i="0" lang="vi-VN"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Kỹ thuật Thao tác &amp; Xử lý Dữ liệu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35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1" i="0" lang="vi-VN" sz="20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Phần 03: </a:t>
            </a:r>
            <a:r>
              <a:rPr b="0" i="0" lang="vi-VN"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Lỗi thường gặp &amp; Tối ưu hóa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35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1" i="0" lang="vi-VN" sz="20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Phần 04: </a:t>
            </a:r>
            <a:r>
              <a:rPr b="0" i="0" lang="vi-VN"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Tổng kết &amp; Thuật ngữ cốt lõi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Title 1006"/>
          <p:cNvSpPr txBox="1"/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2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Mục Tiêu Bài Học</a:t>
            </a:r>
          </a:p>
        </p:txBody>
      </p:sp>
      <p:sp>
        <p:nvSpPr>
          <p:cNvPr id="1007" name="H2_Subtitle_1007"/>
          <p:cNvSpPr txBox="1"/>
          <p:nvPr/>
        </p:nvSpPr>
        <p:spPr>
          <a:xfrm>
            <a:off x="838200" y="1400000"/>
            <a:ext cx="10600000" cy="4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200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Chuẩn đầu ra kiến thức &amp; kỹ năng</a:t>
            </a:r>
          </a:p>
        </p:txBody>
      </p:sp>
      <p:sp>
        <p:nvSpPr>
          <p:cNvPr id="1008" name="CardBg_1008"/>
          <p:cNvSpPr/>
          <p:nvPr/>
        </p:nvSpPr>
        <p:spPr>
          <a:xfrm>
            <a:off x="838200" y="2000000"/>
            <a:ext cx="3300000" cy="4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009" name="TextBox_1009"/>
          <p:cNvSpPr txBox="1"/>
          <p:nvPr/>
        </p:nvSpPr>
        <p:spPr>
          <a:xfrm>
            <a:off x="938200" y="2150000"/>
            <a:ext cx="3100000" cy="4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lvl="0" rtl="0" algn="c">
              <a:lnSpc>
                <a:spcPct val="15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b="1" i="0" lang="vi-VN" sz="1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Bản Chất Kỹ Thuật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Nắm vững cơ chế hoạt động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Hiểu luồng dữ liệu chuẩn</a:t>
            </a:r>
          </a:p>
        </p:txBody>
      </p:sp>
      <p:sp>
        <p:nvSpPr>
          <p:cNvPr id="1010" name="CardBg_1010"/>
          <p:cNvSpPr/>
          <p:nvPr/>
        </p:nvSpPr>
        <p:spPr>
          <a:xfrm>
            <a:off x="4438200" y="2000000"/>
            <a:ext cx="3300000" cy="4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011" name="TextBox_1011"/>
          <p:cNvSpPr txBox="1"/>
          <p:nvPr/>
        </p:nvSpPr>
        <p:spPr>
          <a:xfrm>
            <a:off x="4538200" y="2150000"/>
            <a:ext cx="3100000" cy="4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lvl="0" rtl="0" algn="c">
              <a:lnSpc>
                <a:spcPct val="15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b="1" i="0" lang="vi-VN" sz="1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Thực Hành Ứng Dụng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Viết code đúng chuẩn cú pháp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Triển khai trong domain Hệ thống Đặt xe công nghệ GrabRide</a:t>
            </a:r>
          </a:p>
        </p:txBody>
      </p:sp>
      <p:sp>
        <p:nvSpPr>
          <p:cNvPr id="1012" name="CardBg_1012"/>
          <p:cNvSpPr/>
          <p:nvPr/>
        </p:nvSpPr>
        <p:spPr>
          <a:xfrm>
            <a:off x="8038200" y="2000000"/>
            <a:ext cx="3300000" cy="4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013" name="TextBox_1013"/>
          <p:cNvSpPr txBox="1"/>
          <p:nvPr/>
        </p:nvSpPr>
        <p:spPr>
          <a:xfrm>
            <a:off x="8138200" y="2150000"/>
            <a:ext cx="3100000" cy="4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lvl="0" rtl="0" algn="c">
              <a:lnSpc>
                <a:spcPct val="15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b="1" i="0" lang="vi-VN" sz="1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Tối Ưu &amp; Tránh Lỗi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Kiểm soát các trường hợp biên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Đảm bảo hiệu năng hệ thống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Title 1014"/>
          <p:cNvSpPr txBox="1"/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2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1. Tổng quan và Cú pháp cốt lõi — 1/2</a:t>
            </a:r>
          </a:p>
        </p:txBody>
      </p:sp>
      <p:sp>
        <p:nvSpPr>
          <p:cNvPr id="1015" name="H2_Subtitle_1015"/>
          <p:cNvSpPr txBox="1"/>
          <p:nvPr/>
        </p:nvSpPr>
        <p:spPr>
          <a:xfrm>
            <a:off x="838200" y="1400000"/>
            <a:ext cx="10600000" cy="4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200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Ứng dụng trong hệ thống Hệ thống Đặt xe công nghệ GrabRide</a:t>
            </a:r>
          </a:p>
        </p:txBody>
      </p:sp>
      <p:sp>
        <p:nvSpPr>
          <p:cNvPr id="1016" name="CardBg_1016"/>
          <p:cNvSpPr/>
          <p:nvPr/>
        </p:nvSpPr>
        <p:spPr>
          <a:xfrm>
            <a:off x="838200" y="1950000"/>
            <a:ext cx="4800000" cy="445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017" name="TextBox_1017"/>
          <p:cNvSpPr txBox="1"/>
          <p:nvPr/>
        </p:nvSpPr>
        <p:spPr>
          <a:xfrm>
            <a:off x="950000" y="2100000"/>
            <a:ext cx="4550000" cy="4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Nguyên lý vận hành cốt lõi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Cú pháp khai báo và thiết lập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Quy chuẩn đặt tên và clean code</a:t>
            </a:r>
          </a:p>
        </p:txBody>
      </p:sp>
      <p:sp>
        <p:nvSpPr>
          <p:cNvPr id="1018" name="CardBg_1018"/>
          <p:cNvSpPr/>
          <p:nvPr/>
        </p:nvSpPr>
        <p:spPr>
          <a:xfrm>
            <a:off x="5800000" y="1950000"/>
            <a:ext cx="5600000" cy="4450000"/>
          </a:xfrm>
          <a:prstGeom prst="roundRect">
            <a:avLst>
              <a:gd name="adj" fmla="val 4000"/>
            </a:avLst>
          </a:prstGeom>
          <a:solidFill>
            <a:srgbClr val="282C34"/>
          </a:solidFill>
          <a:ln w="12700">
            <a:solidFill>
              <a:srgbClr val="D9D9D9"/>
            </a:solidFill>
          </a:ln>
        </p:spPr>
      </p:sp>
      <p:sp>
        <p:nvSpPr>
          <p:cNvPr id="1019" name="TextBox_1019"/>
          <p:cNvSpPr txBox="1"/>
          <p:nvPr/>
        </p:nvSpPr>
        <p:spPr>
          <a:xfrm>
            <a:off x="5900000" y="200000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lv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vi-VN"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CODE: Mã nguồn JavaScript</a:t>
            </a:r>
          </a:p>
        </p:txBody>
      </p:sp>
      <p:sp>
        <p:nvSpPr>
          <p:cNvPr id="1020" name="TextBox_1020"/>
          <p:cNvSpPr txBox="1"/>
          <p:nvPr/>
        </p:nvSpPr>
        <p:spPr>
          <a:xfrm>
            <a:off x="5900000" y="2370000"/>
            <a:ext cx="5400000" cy="39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lvl="0" rtl="0" algn="l">
              <a:lnSpc>
                <a:spcPct val="15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b="0" i="1" lang="vi-VN" sz="1400">
                <a:solidFill>
                  <a:srgbClr val="5C6370"/>
                </a:solidFill>
                <a:latin typeface="Consolas"/>
                <a:ea typeface="Consolas"/>
                <a:cs typeface="Consolas"/>
              </a:rPr>
              <a:t>// Demo minh họa Hệ thống Đặt xe công nghệ GrabRide</a:t>
            </a:r>
          </a:p>
          <a:p>
            <a:pPr indent="0" marL="0" lvl="0" rtl="0" algn="l">
              <a:lnSpc>
                <a:spcPct val="15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b="1" i="0" lang="vi-VN" sz="1400">
                <a:solidFill>
                  <a:srgbClr val="C678DD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 </a:t>
            </a:r>
            <a:r>
              <a:rPr b="0" i="0" lang="vi-VN" sz="1400">
                <a:solidFill>
                  <a:srgbClr val="61AFEF"/>
                </a:solidFill>
                <a:latin typeface="Consolas"/>
                <a:ea typeface="Consolas"/>
                <a:cs typeface="Consolas"/>
              </a:rPr>
              <a:t>executeTask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(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)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 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 indent="0" marL="0" lvl="0" rtl="0" algn="l">
              <a:lnSpc>
                <a:spcPct val="15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  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console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.</a:t>
            </a:r>
            <a:r>
              <a:rPr b="0" i="0" lang="vi-VN" sz="1400">
                <a:solidFill>
                  <a:srgbClr val="61AFEF"/>
                </a:solidFill>
                <a:latin typeface="Consolas"/>
                <a:ea typeface="Consolas"/>
                <a:cs typeface="Consolas"/>
              </a:rPr>
              <a:t>log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(</a:t>
            </a:r>
            <a:r>
              <a:rPr b="0" i="0" lang="vi-VN" sz="1400">
                <a:solidFill>
                  <a:srgbClr val="98C379"/>
                </a:solidFill>
                <a:latin typeface="Consolas"/>
                <a:ea typeface="Consolas"/>
                <a:cs typeface="Consolas"/>
              </a:rPr>
              <a:t>'Xử lý tác vụ...'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)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 indent="0" marL="0" lvl="0" rtl="0" algn="l">
              <a:lnSpc>
                <a:spcPct val="15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  </a:t>
            </a:r>
            <a:r>
              <a:rPr b="1" i="0" lang="vi-VN" sz="1400">
                <a:solidFill>
                  <a:srgbClr val="C678DD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 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 indent="0" marL="0" lvl="0" rtl="0" algn="l">
              <a:lnSpc>
                <a:spcPct val="15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Title 1021"/>
          <p:cNvSpPr txBox="1"/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2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1. Tổng quan và Cú pháp cốt lõi — 2/2</a:t>
            </a:r>
          </a:p>
        </p:txBody>
      </p:sp>
      <p:sp>
        <p:nvSpPr>
          <p:cNvPr id="1022" name="H2_Subtitle_1022"/>
          <p:cNvSpPr txBox="1"/>
          <p:nvPr/>
        </p:nvSpPr>
        <p:spPr>
          <a:xfrm>
            <a:off x="838200" y="1400000"/>
            <a:ext cx="10600000" cy="4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200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Phân tích tình huống &amp; Thực tiễn</a:t>
            </a:r>
          </a:p>
        </p:txBody>
      </p:sp>
      <p:sp>
        <p:nvSpPr>
          <p:cNvPr id="1023" name="CardBg_1023"/>
          <p:cNvSpPr/>
          <p:nvPr/>
        </p:nvSpPr>
        <p:spPr>
          <a:xfrm>
            <a:off x="838200" y="2000000"/>
            <a:ext cx="5100000" cy="4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024" name="TextBox_1024"/>
          <p:cNvSpPr txBox="1"/>
          <p:nvPr/>
        </p:nvSpPr>
        <p:spPr>
          <a:xfrm>
            <a:off x="938200" y="2150000"/>
            <a:ext cx="4900000" cy="4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lvl="0" rtl="0" algn="c">
              <a:lnSpc>
                <a:spcPct val="15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b="1" i="0" lang="vi-VN" sz="1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Kịch Bản Chuẩn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Dữ liệu hợp lệ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Luồng xử lý tối ưu</a:t>
            </a:r>
          </a:p>
        </p:txBody>
      </p:sp>
      <p:sp>
        <p:nvSpPr>
          <p:cNvPr id="1025" name="CardBg_1025"/>
          <p:cNvSpPr/>
          <p:nvPr/>
        </p:nvSpPr>
        <p:spPr>
          <a:xfrm>
            <a:off x="6238200" y="2000000"/>
            <a:ext cx="5100000" cy="4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026" name="TextBox_1026"/>
          <p:cNvSpPr txBox="1"/>
          <p:nvPr/>
        </p:nvSpPr>
        <p:spPr>
          <a:xfrm>
            <a:off x="6338200" y="2150000"/>
            <a:ext cx="4900000" cy="4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lvl="0" rtl="0" algn="c">
              <a:lnSpc>
                <a:spcPct val="15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b="1" i="0" lang="vi-VN" sz="1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Xử Lý Biên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Dữ liệu rỗng / null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Bắt lỗi ngoại lệ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le 1027"/>
          <p:cNvSpPr txBox="1"/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2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2. Kỹ thuật Thao tác &amp; Xử lý Dữ liệu — 1/2</a:t>
            </a:r>
          </a:p>
        </p:txBody>
      </p:sp>
      <p:sp>
        <p:nvSpPr>
          <p:cNvPr id="1028" name="H2_Subtitle_1028"/>
          <p:cNvSpPr txBox="1"/>
          <p:nvPr/>
        </p:nvSpPr>
        <p:spPr>
          <a:xfrm>
            <a:off x="838200" y="1400000"/>
            <a:ext cx="10600000" cy="4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200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Ứng dụng trong hệ thống Hệ thống Đặt xe công nghệ GrabRide</a:t>
            </a:r>
          </a:p>
        </p:txBody>
      </p:sp>
      <p:sp>
        <p:nvSpPr>
          <p:cNvPr id="1029" name="CardBg_1029"/>
          <p:cNvSpPr/>
          <p:nvPr/>
        </p:nvSpPr>
        <p:spPr>
          <a:xfrm>
            <a:off x="838200" y="1950000"/>
            <a:ext cx="4800000" cy="445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030" name="TextBox_1030"/>
          <p:cNvSpPr txBox="1"/>
          <p:nvPr/>
        </p:nvSpPr>
        <p:spPr>
          <a:xfrm>
            <a:off x="950000" y="2100000"/>
            <a:ext cx="4550000" cy="4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Nguyên lý vận hành cốt lõi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Cú pháp khai báo và thiết lập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Quy chuẩn đặt tên và clean code</a:t>
            </a:r>
          </a:p>
        </p:txBody>
      </p:sp>
      <p:sp>
        <p:nvSpPr>
          <p:cNvPr id="1031" name="CardBg_1031"/>
          <p:cNvSpPr/>
          <p:nvPr/>
        </p:nvSpPr>
        <p:spPr>
          <a:xfrm>
            <a:off x="5800000" y="1950000"/>
            <a:ext cx="5600000" cy="4450000"/>
          </a:xfrm>
          <a:prstGeom prst="roundRect">
            <a:avLst>
              <a:gd name="adj" fmla="val 4000"/>
            </a:avLst>
          </a:prstGeom>
          <a:solidFill>
            <a:srgbClr val="282C34"/>
          </a:solidFill>
          <a:ln w="12700">
            <a:solidFill>
              <a:srgbClr val="D9D9D9"/>
            </a:solidFill>
          </a:ln>
        </p:spPr>
      </p:sp>
      <p:sp>
        <p:nvSpPr>
          <p:cNvPr id="1032" name="TextBox_1032"/>
          <p:cNvSpPr txBox="1"/>
          <p:nvPr/>
        </p:nvSpPr>
        <p:spPr>
          <a:xfrm>
            <a:off x="5900000" y="200000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lv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vi-VN"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CODE: Mã nguồn JavaScript</a:t>
            </a:r>
          </a:p>
        </p:txBody>
      </p:sp>
      <p:sp>
        <p:nvSpPr>
          <p:cNvPr id="1033" name="TextBox_1033"/>
          <p:cNvSpPr txBox="1"/>
          <p:nvPr/>
        </p:nvSpPr>
        <p:spPr>
          <a:xfrm>
            <a:off x="5900000" y="2370000"/>
            <a:ext cx="5400000" cy="39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lvl="0" rtl="0" algn="l">
              <a:lnSpc>
                <a:spcPct val="15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b="0" i="1" lang="vi-VN" sz="1400">
                <a:solidFill>
                  <a:srgbClr val="5C6370"/>
                </a:solidFill>
                <a:latin typeface="Consolas"/>
                <a:ea typeface="Consolas"/>
                <a:cs typeface="Consolas"/>
              </a:rPr>
              <a:t>// Demo minh họa Hệ thống Đặt xe công nghệ GrabRide</a:t>
            </a:r>
          </a:p>
          <a:p>
            <a:pPr indent="0" marL="0" lvl="0" rtl="0" algn="l">
              <a:lnSpc>
                <a:spcPct val="15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b="1" i="0" lang="vi-VN" sz="1400">
                <a:solidFill>
                  <a:srgbClr val="C678DD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 </a:t>
            </a:r>
            <a:r>
              <a:rPr b="0" i="0" lang="vi-VN" sz="1400">
                <a:solidFill>
                  <a:srgbClr val="61AFEF"/>
                </a:solidFill>
                <a:latin typeface="Consolas"/>
                <a:ea typeface="Consolas"/>
                <a:cs typeface="Consolas"/>
              </a:rPr>
              <a:t>executeTask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(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)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 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 indent="0" marL="0" lvl="0" rtl="0" algn="l">
              <a:lnSpc>
                <a:spcPct val="15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  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console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.</a:t>
            </a:r>
            <a:r>
              <a:rPr b="0" i="0" lang="vi-VN" sz="1400">
                <a:solidFill>
                  <a:srgbClr val="61AFEF"/>
                </a:solidFill>
                <a:latin typeface="Consolas"/>
                <a:ea typeface="Consolas"/>
                <a:cs typeface="Consolas"/>
              </a:rPr>
              <a:t>log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(</a:t>
            </a:r>
            <a:r>
              <a:rPr b="0" i="0" lang="vi-VN" sz="1400">
                <a:solidFill>
                  <a:srgbClr val="98C379"/>
                </a:solidFill>
                <a:latin typeface="Consolas"/>
                <a:ea typeface="Consolas"/>
                <a:cs typeface="Consolas"/>
              </a:rPr>
              <a:t>'Xử lý tác vụ...'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)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 indent="0" marL="0" lvl="0" rtl="0" algn="l">
              <a:lnSpc>
                <a:spcPct val="15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  </a:t>
            </a:r>
            <a:r>
              <a:rPr b="1" i="0" lang="vi-VN" sz="1400">
                <a:solidFill>
                  <a:srgbClr val="C678DD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 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 indent="0" marL="0" lvl="0" rtl="0" algn="l">
              <a:lnSpc>
                <a:spcPct val="15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Title 1034"/>
          <p:cNvSpPr txBox="1"/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2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2. Kỹ thuật Thao tác &amp; Xử lý Dữ liệu — 2/2</a:t>
            </a:r>
          </a:p>
        </p:txBody>
      </p:sp>
      <p:sp>
        <p:nvSpPr>
          <p:cNvPr id="1035" name="H2_Subtitle_1035"/>
          <p:cNvSpPr txBox="1"/>
          <p:nvPr/>
        </p:nvSpPr>
        <p:spPr>
          <a:xfrm>
            <a:off x="838200" y="1400000"/>
            <a:ext cx="10600000" cy="4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200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Phân tích tình huống &amp; Thực tiễn</a:t>
            </a:r>
          </a:p>
        </p:txBody>
      </p:sp>
      <p:sp>
        <p:nvSpPr>
          <p:cNvPr id="1036" name="CardBg_1036"/>
          <p:cNvSpPr/>
          <p:nvPr/>
        </p:nvSpPr>
        <p:spPr>
          <a:xfrm>
            <a:off x="838200" y="2000000"/>
            <a:ext cx="5100000" cy="4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037" name="TextBox_1037"/>
          <p:cNvSpPr txBox="1"/>
          <p:nvPr/>
        </p:nvSpPr>
        <p:spPr>
          <a:xfrm>
            <a:off x="938200" y="2150000"/>
            <a:ext cx="4900000" cy="4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lvl="0" rtl="0" algn="c">
              <a:lnSpc>
                <a:spcPct val="15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b="1" i="0" lang="vi-VN" sz="1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Kịch Bản Chuẩn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Dữ liệu hợp lệ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Luồng xử lý tối ưu</a:t>
            </a:r>
          </a:p>
        </p:txBody>
      </p:sp>
      <p:sp>
        <p:nvSpPr>
          <p:cNvPr id="1038" name="CardBg_1038"/>
          <p:cNvSpPr/>
          <p:nvPr/>
        </p:nvSpPr>
        <p:spPr>
          <a:xfrm>
            <a:off x="6238200" y="2000000"/>
            <a:ext cx="5100000" cy="4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039" name="TextBox_1039"/>
          <p:cNvSpPr txBox="1"/>
          <p:nvPr/>
        </p:nvSpPr>
        <p:spPr>
          <a:xfrm>
            <a:off x="6338200" y="2150000"/>
            <a:ext cx="4900000" cy="4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lvl="0" rtl="0" algn="c">
              <a:lnSpc>
                <a:spcPct val="15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b="1" i="0" lang="vi-VN" sz="1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Xử Lý Biên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Dữ liệu rỗng / null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Bắt lỗi ngoại lệ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Title 1040"/>
          <p:cNvSpPr txBox="1"/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2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3. Lỗi thường gặp &amp; Tối ưu hóa — 1/2</a:t>
            </a:r>
          </a:p>
        </p:txBody>
      </p:sp>
      <p:sp>
        <p:nvSpPr>
          <p:cNvPr id="1041" name="H2_Subtitle_1041"/>
          <p:cNvSpPr txBox="1"/>
          <p:nvPr/>
        </p:nvSpPr>
        <p:spPr>
          <a:xfrm>
            <a:off x="838200" y="1400000"/>
            <a:ext cx="10600000" cy="4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200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Ứng dụng trong hệ thống Hệ thống Đặt xe công nghệ GrabRide</a:t>
            </a:r>
          </a:p>
        </p:txBody>
      </p:sp>
      <p:sp>
        <p:nvSpPr>
          <p:cNvPr id="1042" name="CardBg_1042"/>
          <p:cNvSpPr/>
          <p:nvPr/>
        </p:nvSpPr>
        <p:spPr>
          <a:xfrm>
            <a:off x="838200" y="1950000"/>
            <a:ext cx="4800000" cy="445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043" name="TextBox_1043"/>
          <p:cNvSpPr txBox="1"/>
          <p:nvPr/>
        </p:nvSpPr>
        <p:spPr>
          <a:xfrm>
            <a:off x="950000" y="2100000"/>
            <a:ext cx="4550000" cy="4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Nguyên lý vận hành cốt lõi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Cú pháp khai báo và thiết lập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Quy chuẩn đặt tên và clean code</a:t>
            </a:r>
          </a:p>
        </p:txBody>
      </p:sp>
      <p:sp>
        <p:nvSpPr>
          <p:cNvPr id="1044" name="CardBg_1044"/>
          <p:cNvSpPr/>
          <p:nvPr/>
        </p:nvSpPr>
        <p:spPr>
          <a:xfrm>
            <a:off x="5800000" y="1950000"/>
            <a:ext cx="5600000" cy="4450000"/>
          </a:xfrm>
          <a:prstGeom prst="roundRect">
            <a:avLst>
              <a:gd name="adj" fmla="val 4000"/>
            </a:avLst>
          </a:prstGeom>
          <a:solidFill>
            <a:srgbClr val="282C34"/>
          </a:solidFill>
          <a:ln w="12700">
            <a:solidFill>
              <a:srgbClr val="D9D9D9"/>
            </a:solidFill>
          </a:ln>
        </p:spPr>
      </p:sp>
      <p:sp>
        <p:nvSpPr>
          <p:cNvPr id="1045" name="TextBox_1045"/>
          <p:cNvSpPr txBox="1"/>
          <p:nvPr/>
        </p:nvSpPr>
        <p:spPr>
          <a:xfrm>
            <a:off x="5900000" y="200000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lv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vi-VN"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CODE: Mã nguồn JavaScript</a:t>
            </a:r>
          </a:p>
        </p:txBody>
      </p:sp>
      <p:sp>
        <p:nvSpPr>
          <p:cNvPr id="1046" name="TextBox_1046"/>
          <p:cNvSpPr txBox="1"/>
          <p:nvPr/>
        </p:nvSpPr>
        <p:spPr>
          <a:xfrm>
            <a:off x="5900000" y="2370000"/>
            <a:ext cx="5400000" cy="39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lvl="0" rtl="0" algn="l">
              <a:lnSpc>
                <a:spcPct val="15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b="0" i="1" lang="vi-VN" sz="1400">
                <a:solidFill>
                  <a:srgbClr val="5C6370"/>
                </a:solidFill>
                <a:latin typeface="Consolas"/>
                <a:ea typeface="Consolas"/>
                <a:cs typeface="Consolas"/>
              </a:rPr>
              <a:t>// Demo minh họa Hệ thống Đặt xe công nghệ GrabRide</a:t>
            </a:r>
          </a:p>
          <a:p>
            <a:pPr indent="0" marL="0" lvl="0" rtl="0" algn="l">
              <a:lnSpc>
                <a:spcPct val="15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b="1" i="0" lang="vi-VN" sz="1400">
                <a:solidFill>
                  <a:srgbClr val="C678DD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 </a:t>
            </a:r>
            <a:r>
              <a:rPr b="0" i="0" lang="vi-VN" sz="1400">
                <a:solidFill>
                  <a:srgbClr val="61AFEF"/>
                </a:solidFill>
                <a:latin typeface="Consolas"/>
                <a:ea typeface="Consolas"/>
                <a:cs typeface="Consolas"/>
              </a:rPr>
              <a:t>executeTask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(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)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 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 indent="0" marL="0" lvl="0" rtl="0" algn="l">
              <a:lnSpc>
                <a:spcPct val="15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  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console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.</a:t>
            </a:r>
            <a:r>
              <a:rPr b="0" i="0" lang="vi-VN" sz="1400">
                <a:solidFill>
                  <a:srgbClr val="61AFEF"/>
                </a:solidFill>
                <a:latin typeface="Consolas"/>
                <a:ea typeface="Consolas"/>
                <a:cs typeface="Consolas"/>
              </a:rPr>
              <a:t>log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(</a:t>
            </a:r>
            <a:r>
              <a:rPr b="0" i="0" lang="vi-VN" sz="1400">
                <a:solidFill>
                  <a:srgbClr val="98C379"/>
                </a:solidFill>
                <a:latin typeface="Consolas"/>
                <a:ea typeface="Consolas"/>
                <a:cs typeface="Consolas"/>
              </a:rPr>
              <a:t>'Xử lý tác vụ...'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)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 indent="0" marL="0" lvl="0" rtl="0" algn="l">
              <a:lnSpc>
                <a:spcPct val="15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  </a:t>
            </a:r>
            <a:r>
              <a:rPr b="1" i="0" lang="vi-VN" sz="1400">
                <a:solidFill>
                  <a:srgbClr val="C678DD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 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 indent="0" marL="0" lvl="0" rtl="0" algn="l">
              <a:lnSpc>
                <a:spcPct val="15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Title 1047"/>
          <p:cNvSpPr txBox="1"/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2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3. Lỗi thường gặp &amp; Tối ưu hóa — 2/2</a:t>
            </a:r>
          </a:p>
        </p:txBody>
      </p:sp>
      <p:sp>
        <p:nvSpPr>
          <p:cNvPr id="1048" name="H2_Subtitle_1048"/>
          <p:cNvSpPr txBox="1"/>
          <p:nvPr/>
        </p:nvSpPr>
        <p:spPr>
          <a:xfrm>
            <a:off x="838200" y="1400000"/>
            <a:ext cx="10600000" cy="4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200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Phân tích tình huống &amp; Thực tiễn</a:t>
            </a:r>
          </a:p>
        </p:txBody>
      </p:sp>
      <p:sp>
        <p:nvSpPr>
          <p:cNvPr id="1049" name="CardBg_1049"/>
          <p:cNvSpPr/>
          <p:nvPr/>
        </p:nvSpPr>
        <p:spPr>
          <a:xfrm>
            <a:off x="838200" y="2000000"/>
            <a:ext cx="5100000" cy="4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050" name="TextBox_1050"/>
          <p:cNvSpPr txBox="1"/>
          <p:nvPr/>
        </p:nvSpPr>
        <p:spPr>
          <a:xfrm>
            <a:off x="938200" y="2150000"/>
            <a:ext cx="4900000" cy="4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lvl="0" rtl="0" algn="c">
              <a:lnSpc>
                <a:spcPct val="15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b="1" i="0" lang="vi-VN" sz="1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Kịch Bản Chuẩn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Dữ liệu hợp lệ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Luồng xử lý tối ưu</a:t>
            </a:r>
          </a:p>
        </p:txBody>
      </p:sp>
      <p:sp>
        <p:nvSpPr>
          <p:cNvPr id="1051" name="CardBg_1051"/>
          <p:cNvSpPr/>
          <p:nvPr/>
        </p:nvSpPr>
        <p:spPr>
          <a:xfrm>
            <a:off x="6238200" y="2000000"/>
            <a:ext cx="5100000" cy="4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052" name="TextBox_1052"/>
          <p:cNvSpPr txBox="1"/>
          <p:nvPr/>
        </p:nvSpPr>
        <p:spPr>
          <a:xfrm>
            <a:off x="6338200" y="2150000"/>
            <a:ext cx="4900000" cy="4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lvl="0" rtl="0" algn="c">
              <a:lnSpc>
                <a:spcPct val="15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b="1" i="0" lang="vi-VN" sz="1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Xử Lý Biên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Dữ liệu rỗng / null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Bắt lỗi ngoại lệ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Title 1053"/>
          <p:cNvSpPr txBox="1"/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2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Thuật Ngữ Cần Nhớ</a:t>
            </a:r>
          </a:p>
        </p:txBody>
      </p:sp>
      <p:sp>
        <p:nvSpPr>
          <p:cNvPr id="1054" name="H2_Subtitle_1054"/>
          <p:cNvSpPr txBox="1"/>
          <p:nvPr/>
        </p:nvSpPr>
        <p:spPr>
          <a:xfrm>
            <a:off x="838200" y="1400000"/>
            <a:ext cx="10600000" cy="4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200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Từ khóa kỹ thuật then chốt</a:t>
            </a:r>
          </a:p>
        </p:txBody>
      </p:sp>
      <p:sp>
        <p:nvSpPr>
          <p:cNvPr id="1055" name="CardBg_1055"/>
          <p:cNvSpPr/>
          <p:nvPr/>
        </p:nvSpPr>
        <p:spPr>
          <a:xfrm>
            <a:off x="838200" y="2000000"/>
            <a:ext cx="5100000" cy="4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056" name="TextBox_1056"/>
          <p:cNvSpPr txBox="1"/>
          <p:nvPr/>
        </p:nvSpPr>
        <p:spPr>
          <a:xfrm>
            <a:off x="938200" y="2150000"/>
            <a:ext cx="4900000" cy="4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lvl="0" rtl="0" algn="c">
              <a:lnSpc>
                <a:spcPct val="15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b="1" i="0" lang="vi-VN" sz="1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API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Giao diện lập trình ứng dụng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Giao tiếp giữa các thành phần</a:t>
            </a:r>
          </a:p>
        </p:txBody>
      </p:sp>
      <p:sp>
        <p:nvSpPr>
          <p:cNvPr id="1057" name="CardBg_1057"/>
          <p:cNvSpPr/>
          <p:nvPr/>
        </p:nvSpPr>
        <p:spPr>
          <a:xfrm>
            <a:off x="6238200" y="2000000"/>
            <a:ext cx="5100000" cy="4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058" name="TextBox_1058"/>
          <p:cNvSpPr txBox="1"/>
          <p:nvPr/>
        </p:nvSpPr>
        <p:spPr>
          <a:xfrm>
            <a:off x="6338200" y="2150000"/>
            <a:ext cx="4900000" cy="4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lvl="0" rtl="0" algn="c">
              <a:lnSpc>
                <a:spcPct val="15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b="1" i="0" lang="vi-VN" sz="1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State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Trạng thái dữ liệu hiện tại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Kích hoạt cập nhật giao diện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Title 1059"/>
          <p:cNvSpPr txBox="1"/>
          <p:nvPr>
            <p:ph type="title"/>
          </p:nvPr>
        </p:nvSpPr>
        <p:spPr>
          <a:xfrm>
            <a:off x="838200" y="280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2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Chúc Các Bạn Học Tốt!</a:t>
            </a:r>
          </a:p>
        </p:txBody>
      </p:sp>
      <p:sp>
        <p:nvSpPr>
          <p:cNvPr id="1060" name="H2_Subtitle_1060"/>
          <p:cNvSpPr txBox="1"/>
          <p:nvPr/>
        </p:nvSpPr>
        <p:spPr>
          <a:xfrm>
            <a:off x="838200" y="4100000"/>
            <a:ext cx="1050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200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Hẹn gặp lại các bạn trong bài giảng tiếp theo.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