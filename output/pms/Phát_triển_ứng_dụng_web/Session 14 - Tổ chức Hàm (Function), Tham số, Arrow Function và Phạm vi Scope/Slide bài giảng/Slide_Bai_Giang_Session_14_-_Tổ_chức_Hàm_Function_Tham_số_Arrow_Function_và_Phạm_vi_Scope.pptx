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slide+xml" PartName="/ppt/slides/slide1.xml"/>
  <Override ContentType="application/vnd.openxmlformats-officedocument.presentationml.notesSlide+xml" PartName="/ppt/notesSlides/notesSlide1.xml"/>
  <Override ContentType="application/vnd.openxmlformats-officedocument.presentationml.slide+xml" PartName="/ppt/slides/slide2.xml"/>
  <Override ContentType="application/vnd.openxmlformats-officedocument.presentationml.notesSlide+xml" PartName="/ppt/notesSlides/notesSlide2.xml"/>
  <Override ContentType="application/vnd.openxmlformats-officedocument.presentationml.slide+xml" PartName="/ppt/slides/slide3.xml"/>
  <Override ContentType="application/vnd.openxmlformats-officedocument.presentationml.notesSlide+xml" PartName="/ppt/notesSlides/notesSlide3.xml"/>
  <Override ContentType="application/vnd.openxmlformats-officedocument.presentationml.slide+xml" PartName="/ppt/slides/slide4.xml"/>
  <Override ContentType="application/vnd.openxmlformats-officedocument.presentationml.notesSlide+xml" PartName="/ppt/notesSlides/notesSlide4.xml"/>
  <Override ContentType="application/vnd.openxmlformats-officedocument.presentationml.slide+xml" PartName="/ppt/slides/slide5.xml"/>
  <Override ContentType="application/vnd.openxmlformats-officedocument.presentationml.notesSlide+xml" PartName="/ppt/notesSlides/notesSlide5.xml"/>
  <Override ContentType="application/vnd.openxmlformats-officedocument.presentationml.slide+xml" PartName="/ppt/slides/slide6.xml"/>
  <Override ContentType="application/vnd.openxmlformats-officedocument.presentationml.notesSlide+xml" PartName="/ppt/notesSlides/notesSlide6.xml"/>
  <Override ContentType="application/vnd.openxmlformats-officedocument.presentationml.slide+xml" PartName="/ppt/slides/slide7.xml"/>
  <Override ContentType="application/vnd.openxmlformats-officedocument.presentationml.notesSlide+xml" PartName="/ppt/notesSlides/notesSlide7.xml"/>
  <Override ContentType="application/vnd.openxmlformats-officedocument.presentationml.slide+xml" PartName="/ppt/slides/slide8.xml"/>
  <Override ContentType="application/vnd.openxmlformats-officedocument.presentationml.notesSlide+xml" PartName="/ppt/notesSlides/notesSlide8.xml"/>
  <Override ContentType="application/vnd.openxmlformats-officedocument.presentationml.slide+xml" PartName="/ppt/slides/slide9.xml"/>
  <Override ContentType="application/vnd.openxmlformats-officedocument.presentationml.notesSlide+xml" PartName="/ppt/notesSlides/notesSlide9.xml"/>
  <Override ContentType="application/vnd.openxmlformats-officedocument.presentationml.slide+xml" PartName="/ppt/slides/slide10.xml"/>
  <Override ContentType="application/vnd.openxmlformats-officedocument.presentationml.notesSlide+xml" PartName="/ppt/notesSlides/notesSlide10.xml"/>
  <Override ContentType="application/vnd.openxmlformats-officedocument.presentationml.slide+xml" PartName="/ppt/slides/slide11.xml"/>
  <Override ContentType="application/vnd.openxmlformats-officedocument.presentationml.notesSlide+xml" PartName="/ppt/notesSlides/notesSlide11.xml"/>
  <Override ContentType="application/vnd.openxmlformats-officedocument.presentationml.slide+xml" PartName="/ppt/slides/slide12.xml"/>
  <Override ContentType="application/vnd.openxmlformats-officedocument.presentationml.notesSlide+xml" PartName="/ppt/notesSlides/notesSlide12.xml"/>
  <Override ContentType="application/vnd.openxmlformats-officedocument.presentationml.slide+xml" PartName="/ppt/slides/slide13.xml"/>
  <Override ContentType="application/vnd.openxmlformats-officedocument.presentationml.notesSlide+xml" PartName="/ppt/notesSlides/notesSlide13.xml"/>
  <Override ContentType="application/vnd.openxmlformats-officedocument.presentationml.slide+xml" PartName="/ppt/slides/slide14.xml"/>
  <Override ContentType="application/vnd.openxmlformats-officedocument.presentationml.notesSlide+xml" PartName="/ppt/notesSlides/notesSlide1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101"/>
    <p:sldId id="257" r:id="rId102"/>
    <p:sldId id="258" r:id="rId103"/>
    <p:sldId id="259" r:id="rId104"/>
    <p:sldId id="260" r:id="rId105"/>
    <p:sldId id="261" r:id="rId106"/>
    <p:sldId id="262" r:id="rId107"/>
    <p:sldId id="263" r:id="rId108"/>
    <p:sldId id="264" r:id="rId109"/>
    <p:sldId id="265" r:id="rId110"/>
    <p:sldId id="266" r:id="rId111"/>
    <p:sldId id="267" r:id="rId112"/>
    <p:sldId id="268" r:id="rId113"/>
    <p:sldId id="269" r:id="rId114"/>
  </p:sldIdLst>
  <p:sldSz cy="6858000" cx="12192000"/>
  <p:notesSz cx="6858000" cy="9144000"/>
  <p:embeddedFontLst>
    <p:embeddedFont>
      <p:font typeface="Montserrat"/>
      <p:regular r:id="rId10"/>
      <p:bold r:id="rId11"/>
      <p:italic r:id="rId12"/>
      <p:boldItalic r:id="rId13"/>
    </p:embeddedFont>
    <p:embeddedFont>
      <p:font typeface="Montserrat Black"/>
      <p:bold r:id="rId14"/>
      <p:boldItalic r:id="rId15"/>
    </p:embeddedFont>
    <p:embeddedFont>
      <p:font typeface="Montserrat Medium"/>
      <p:regular r:id="rId16"/>
      <p:bold r:id="rId17"/>
      <p:italic r:id="rId18"/>
      <p:boldItalic r:id="rId19"/>
    </p:embeddedFont>
    <p:embeddedFont>
      <p:font typeface="Montserrat ExtraBold"/>
      <p:bold r:id="rId20"/>
      <p:boldItalic r:id="rId2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http://customooxmlschemas.google.com/">
      <go:slidesCustomData xmlns:go="http://customooxmlschemas.google.com/" r:id="rId22" roundtripDataSignature="AMtx7mirXkCGjZF/d1qb7RGT2S1sXUuH6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font" Target="fonts/MontserratExtraBold-bold.fntdata"/><Relationship Id="rId11" Type="http://schemas.openxmlformats.org/officeDocument/2006/relationships/font" Target="fonts/Montserrat-bold.fntdata"/><Relationship Id="rId22" Type="http://customschemas.google.com/relationships/presentationmetadata" Target="metadata"/><Relationship Id="rId10" Type="http://schemas.openxmlformats.org/officeDocument/2006/relationships/font" Target="fonts/Montserrat-regular.fntdata"/><Relationship Id="rId21" Type="http://schemas.openxmlformats.org/officeDocument/2006/relationships/font" Target="fonts/MontserratExtraBold-boldItalic.fntdata"/><Relationship Id="rId13" Type="http://schemas.openxmlformats.org/officeDocument/2006/relationships/font" Target="fonts/Montserrat-boldItalic.fntdata"/><Relationship Id="rId12" Type="http://schemas.openxmlformats.org/officeDocument/2006/relationships/font" Target="fonts/Montserrat-italic.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15" Type="http://schemas.openxmlformats.org/officeDocument/2006/relationships/font" Target="fonts/MontserratBlack-boldItalic.fntdata"/><Relationship Id="rId14" Type="http://schemas.openxmlformats.org/officeDocument/2006/relationships/font" Target="fonts/MontserratBlack-bold.fntdata"/><Relationship Id="rId17" Type="http://schemas.openxmlformats.org/officeDocument/2006/relationships/font" Target="fonts/MontserratMedium-bold.fntdata"/><Relationship Id="rId16" Type="http://schemas.openxmlformats.org/officeDocument/2006/relationships/font" Target="fonts/MontserratMedium-regular.fntdata"/><Relationship Id="rId19" Type="http://schemas.openxmlformats.org/officeDocument/2006/relationships/font" Target="fonts/MontserratMedium-boldItalic.fntdata"/><Relationship Id="rId18" Type="http://schemas.openxmlformats.org/officeDocument/2006/relationships/font" Target="fonts/MontserratMedium-italic.fntdata"/><Relationship Id="rId101" Type="http://schemas.openxmlformats.org/officeDocument/2006/relationships/slide" Target="slides/slide1.xml"/><Relationship Id="rId102" Type="http://schemas.openxmlformats.org/officeDocument/2006/relationships/slide" Target="slides/slide2.xml"/><Relationship Id="rId103" Type="http://schemas.openxmlformats.org/officeDocument/2006/relationships/slide" Target="slides/slide3.xml"/><Relationship Id="rId104" Type="http://schemas.openxmlformats.org/officeDocument/2006/relationships/slide" Target="slides/slide4.xml"/><Relationship Id="rId105" Type="http://schemas.openxmlformats.org/officeDocument/2006/relationships/slide" Target="slides/slide5.xml"/><Relationship Id="rId106" Type="http://schemas.openxmlformats.org/officeDocument/2006/relationships/slide" Target="slides/slide6.xml"/><Relationship Id="rId107" Type="http://schemas.openxmlformats.org/officeDocument/2006/relationships/slide" Target="slides/slide7.xml"/><Relationship Id="rId108" Type="http://schemas.openxmlformats.org/officeDocument/2006/relationships/slide" Target="slides/slide8.xml"/><Relationship Id="rId109" Type="http://schemas.openxmlformats.org/officeDocument/2006/relationships/slide" Target="slides/slide9.xml"/><Relationship Id="rId110" Type="http://schemas.openxmlformats.org/officeDocument/2006/relationships/slide" Target="slides/slide10.xml"/><Relationship Id="rId111" Type="http://schemas.openxmlformats.org/officeDocument/2006/relationships/slide" Target="slides/slide11.xml"/><Relationship Id="rId112" Type="http://schemas.openxmlformats.org/officeDocument/2006/relationships/slide" Target="slides/slide12.xml"/><Relationship Id="rId113" Type="http://schemas.openxmlformats.org/officeDocument/2006/relationships/slide" Target="slides/slide13.xml"/><Relationship Id="rId114"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slide" Target="../slides/slide1.xml"/>
  <Relationship Id="rId2"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
  <Relationship Id="rId1" Type="http://schemas.openxmlformats.org/officeDocument/2006/relationships/slide" Target="../slides/slide2.xml"/>
  <Relationship Id="rId2"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
  <Relationship Id="rId1" Type="http://schemas.openxmlformats.org/officeDocument/2006/relationships/slide" Target="../slides/slide3.xml"/>
  <Relationship Id="rId2"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
  <Relationship Id="rId1" Type="http://schemas.openxmlformats.org/officeDocument/2006/relationships/slide" Target="../slides/slide4.xml"/>
  <Relationship Id="rId2" Type="http://schemas.openxmlformats.org/officeDocument/2006/relationships/notesMaster" Target="../notesMasters/notesMaster1.xml"/>
</Relationships>
</file>

<file path=ppt/notesSlides/_rels/notesSlide5.xml.rels><?xml version="1.0" encoding="UTF-8" standalone="yes"?>
<Relationships xmlns="http://schemas.openxmlformats.org/package/2006/relationships">
  <Relationship Id="rId1" Type="http://schemas.openxmlformats.org/officeDocument/2006/relationships/slide" Target="../slides/slide5.xml"/>
  <Relationship Id="rId2" Type="http://schemas.openxmlformats.org/officeDocument/2006/relationships/notesMaster" Target="../notesMasters/notesMaster1.xml"/>
</Relationships>
</file>

<file path=ppt/notesSlides/_rels/notesSlide6.xml.rels><?xml version="1.0" encoding="UTF-8" standalone="yes"?>
<Relationships xmlns="http://schemas.openxmlformats.org/package/2006/relationships">
  <Relationship Id="rId1" Type="http://schemas.openxmlformats.org/officeDocument/2006/relationships/slide" Target="../slides/slide6.xml"/>
  <Relationship Id="rId2" Type="http://schemas.openxmlformats.org/officeDocument/2006/relationships/notesMaster" Target="../notesMasters/notesMaster1.xml"/>
</Relationships>
</file>

<file path=ppt/notesSlides/_rels/notesSlide7.xml.rels><?xml version="1.0" encoding="UTF-8" standalone="yes"?>
<Relationships xmlns="http://schemas.openxmlformats.org/package/2006/relationships">
  <Relationship Id="rId1" Type="http://schemas.openxmlformats.org/officeDocument/2006/relationships/slide" Target="../slides/slide7.xml"/>
  <Relationship Id="rId2" Type="http://schemas.openxmlformats.org/officeDocument/2006/relationships/notesMaster" Target="../notesMasters/notesMaster1.xml"/>
</Relationships>
</file>

<file path=ppt/notesSlides/_rels/notesSlide8.xml.rels><?xml version="1.0" encoding="UTF-8" standalone="yes"?>
<Relationships xmlns="http://schemas.openxmlformats.org/package/2006/relationships">
  <Relationship Id="rId1" Type="http://schemas.openxmlformats.org/officeDocument/2006/relationships/slide" Target="../slides/slide8.xml"/>
  <Relationship Id="rId2" Type="http://schemas.openxmlformats.org/officeDocument/2006/relationships/notesMaster" Target="../notesMasters/notesMaster1.xml"/>
</Relationships>
</file>

<file path=ppt/notesSlides/_rels/notesSlide9.xml.rels><?xml version="1.0" encoding="UTF-8" standalone="yes"?>
<Relationships xmlns="http://schemas.openxmlformats.org/package/2006/relationships">
  <Relationship Id="rId1" Type="http://schemas.openxmlformats.org/officeDocument/2006/relationships/slide" Target="../slides/slide9.xml"/>
  <Relationship Id="rId2" Type="http://schemas.openxmlformats.org/officeDocument/2006/relationships/notesMaster" Target="../notesMasters/notesMaster1.xml"/>
</Relationships>
</file>

<file path=ppt/notesSlides/_rels/notesSlide10.xml.rels><?xml version="1.0" encoding="UTF-8" standalone="yes"?>
<Relationships xmlns="http://schemas.openxmlformats.org/package/2006/relationships">
  <Relationship Id="rId1" Type="http://schemas.openxmlformats.org/officeDocument/2006/relationships/slide" Target="../slides/slide10.xml"/>
  <Relationship Id="rId2" Type="http://schemas.openxmlformats.org/officeDocument/2006/relationships/notesMaster" Target="../notesMasters/notesMaster1.xml"/>
</Relationships>
</file>

<file path=ppt/notesSlides/_rels/notesSlide11.xml.rels><?xml version="1.0" encoding="UTF-8" standalone="yes"?>
<Relationships xmlns="http://schemas.openxmlformats.org/package/2006/relationships">
  <Relationship Id="rId1" Type="http://schemas.openxmlformats.org/officeDocument/2006/relationships/slide" Target="../slides/slide11.xml"/>
  <Relationship Id="rId2" Type="http://schemas.openxmlformats.org/officeDocument/2006/relationships/notesMaster" Target="../notesMasters/notesMaster1.xml"/>
</Relationships>
</file>

<file path=ppt/notesSlides/_rels/notesSlide12.xml.rels><?xml version="1.0" encoding="UTF-8" standalone="yes"?>
<Relationships xmlns="http://schemas.openxmlformats.org/package/2006/relationships">
  <Relationship Id="rId1" Type="http://schemas.openxmlformats.org/officeDocument/2006/relationships/slide" Target="../slides/slide12.xml"/>
  <Relationship Id="rId2" Type="http://schemas.openxmlformats.org/officeDocument/2006/relationships/notesMaster" Target="../notesMasters/notesMaster1.xml"/>
</Relationships>
</file>

<file path=ppt/notesSlides/_rels/notesSlide13.xml.rels><?xml version="1.0" encoding="UTF-8" standalone="yes"?>
<Relationships xmlns="http://schemas.openxmlformats.org/package/2006/relationships">
  <Relationship Id="rId1" Type="http://schemas.openxmlformats.org/officeDocument/2006/relationships/slide" Target="../slides/slide13.xml"/>
  <Relationship Id="rId2" Type="http://schemas.openxmlformats.org/officeDocument/2006/relationships/notesMaster" Target="../notesMasters/notesMaster1.xml"/>
</Relationships>
</file>

<file path=ppt/notesSlides/_rels/notesSlide14.xml.rels><?xml version="1.0" encoding="UTF-8" standalone="yes"?>
<Relationships xmlns="http://schemas.openxmlformats.org/package/2006/relationships">
  <Relationship Id="rId1" Type="http://schemas.openxmlformats.org/officeDocument/2006/relationships/slide" Target="../slides/slide14.xml"/>
  <Relationship Id="rId2"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1" name="Slide Image Placeholder"/>
          <p:cNvSpPr>
            <a:spLocks noGrp="1" noRot="1" noChangeAspect="1"/>
          </p:cNvSpPr>
          <p:nvPr>
            <p:ph type="sldImg"/>
          </p:nvPr>
        </p:nvSpPr>
        <p:spPr/>
      </p:sp>
      <p:sp>
        <p:nvSpPr>
          <p:cNvPr id="1002" name="Notes Placeholder"/>
          <p:cNvSpPr txBox="1"/>
          <p:nvPr>
            <p:ph idx="1" type="body"/>
          </p:nvPr>
        </p:nvSpPr>
        <p:spPr/>
        <p:txBody>
          <a:bodyPr/>
          <a:lstStyle/>
          <a:p>
            <a:pPr indent="0" lvl="0" marL="0" rtl="0" algn="l">
              <a:lnSpc>
                <a:spcPct val="150000"/>
              </a:lnSpc>
              <a:buNone/>
            </a:pPr>
            <a:r>
              <a:rPr lang="vi-VN" sz="1200">
                <a:solidFill>
                  <a:srgbClr val="000000"/>
                </a:solidFill>
                <a:latin typeface="Arial"/>
              </a:rPr>
              <a:t>Chào mừng các bạn sinh viên đến với Session 14. Trong bài học hôm nay, chúng ta sẽ làm chủ cách đóng gói mã nguồn JavaScript thông qua Hàm (Function), cú pháp hiện đại Arrow Function ES6, các cơ chế xử lý tham số và đặc biệt là quản lý phạm vi truy cập biến Scope cùng cơ chế Closures thông qua bài toán thực tế của Hệ thống Quản lý Lưu kho Kiện hàng Warehouse.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2" name="Slide Image Placeholder"/>
          <p:cNvSpPr>
            <a:spLocks noGrp="1" noRot="1" noChangeAspect="1"/>
          </p:cNvSpPr>
          <p:nvPr>
            <p:ph type="sldImg"/>
          </p:nvPr>
        </p:nvSpPr>
        <p:spPr/>
      </p:sp>
      <p:sp>
        <p:nvSpPr>
          <p:cNvPr id="1003" name="Notes Placeholder"/>
          <p:cNvSpPr txBox="1"/>
          <p:nvPr>
            <p:ph idx="1" type="body"/>
          </p:nvPr>
        </p:nvSpPr>
        <p:spPr/>
        <p:txBody>
          <a:bodyPr/>
          <a:lstStyle/>
          <a:p>
            <a:pPr indent="0" lvl="0" marL="0" rtl="0" algn="l">
              <a:lnSpc>
                <a:spcPct val="150000"/>
              </a:lnSpc>
              <a:buNone/>
            </a:pPr>
            <a:r>
              <a:rPr lang="vi-VN" sz="1200">
                <a:solidFill>
                  <a:srgbClr val="000000"/>
                </a:solidFill>
                <a:latin typeface="Arial"/>
              </a:rPr>
              <a:t>Lộ trình bài học của chúng ta được chia thành 5 phần rõ ràng. Đầu tiên là nền tảng khai báo hàm và hoisting. Tiếp theo là các tính năng modern ES6 như Arrow Function và Rest Parameters. Sau đó chúng ta đi sâu vào bản chất kiến trúc biến qua Scope, nâng cao với Closures, và cuối cùng là tổng kết các lỗi hay gặp khi đi làm.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2" name="Slide Image Placeholder"/>
          <p:cNvSpPr>
            <a:spLocks noGrp="1" noRot="1" noChangeAspect="1"/>
          </p:cNvSpPr>
          <p:nvPr>
            <p:ph type="sldImg"/>
          </p:nvPr>
        </p:nvSpPr>
        <p:spPr/>
      </p:sp>
      <p:sp>
        <p:nvSpPr>
          <p:cNvPr id="1013" name="Notes Placeholder"/>
          <p:cNvSpPr txBox="1"/>
          <p:nvPr>
            <p:ph idx="1" type="body"/>
          </p:nvPr>
        </p:nvSpPr>
        <p:spPr/>
        <p:txBody>
          <a:bodyPr/>
          <a:lstStyle/>
          <a:p>
            <a:pPr indent="0" lvl="0" marL="0" rtl="0" algn="l">
              <a:lnSpc>
                <a:spcPct val="150000"/>
              </a:lnSpc>
              <a:buNone/>
            </a:pPr>
            <a:r>
              <a:rPr lang="vi-VN" sz="1200">
                <a:solidFill>
                  <a:srgbClr val="000000"/>
                </a:solidFill>
                <a:latin typeface="Arial"/>
              </a:rPr>
              <a:t>Sau khi hoàn thành bài học này, các bạn cần đạt được 4 chuẩn đầu ra cốt lõi: phân biệt được cách khai báo hàm, sử dụng thành thạo Arrow Function ES6, kiểm soát chặt chẽ phạm vi biến để tránh rò rỉ bộ nhớ, và ứng dụng thành công Closures vào hệ thống lưu kho thực tế.</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9" name="Slide Image Placeholder"/>
          <p:cNvSpPr>
            <a:spLocks noGrp="1" noRot="1" noChangeAspect="1"/>
          </p:cNvSpPr>
          <p:nvPr>
            <p:ph type="sldImg"/>
          </p:nvPr>
        </p:nvSpPr>
        <p:spPr/>
      </p:sp>
      <p:sp>
        <p:nvSpPr>
          <p:cNvPr id="1020" name="Notes Placeholder"/>
          <p:cNvSpPr txBox="1"/>
          <p:nvPr>
            <p:ph idx="1" type="body"/>
          </p:nvPr>
        </p:nvSpPr>
        <p:spPr/>
        <p:txBody>
          <a:bodyPr/>
          <a:lstStyle/>
          <a:p>
            <a:pPr indent="0" lvl="0" marL="0" rtl="0" algn="l">
              <a:lnSpc>
                <a:spcPct val="150000"/>
              </a:lnSpc>
              <a:buNone/>
            </a:pPr>
            <a:r>
              <a:rPr lang="vi-VN" sz="1200">
                <a:solidFill>
                  <a:srgbClr val="000000"/>
                </a:solidFill>
                <a:latin typeface="Arial"/>
              </a:rPr>
              <a:t>Hãy nhìn vào bức tranh so sánh này. Ở bên trái, khi tính phí lưu kho cho từng kiện hàng theo khối lượng và số ngày, việc nhân chia trực tiếp làm code bị lặp lại và cực kỳ nguy hiểm nếu bảng giá đổi. Bên phải, khi ta đóng gói vào hàm `calcStorageFee`, code gọn gàng, rõ nghĩa và dễ duy trì hơn rất nhiều.</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Slide Image Placeholder"/>
          <p:cNvSpPr>
            <a:spLocks noGrp="1" noRot="1" noChangeAspect="1"/>
          </p:cNvSpPr>
          <p:nvPr>
            <p:ph type="sldImg"/>
          </p:nvPr>
        </p:nvSpPr>
        <p:spPr/>
      </p:sp>
      <p:sp>
        <p:nvSpPr>
          <p:cNvPr id="1028" name="Notes Placeholder"/>
          <p:cNvSpPr txBox="1"/>
          <p:nvPr>
            <p:ph idx="1" type="body"/>
          </p:nvPr>
        </p:nvSpPr>
        <p:spPr/>
        <p:txBody>
          <a:bodyPr/>
          <a:lstStyle/>
          <a:p>
            <a:pPr indent="0" lvl="0" marL="0" rtl="0" algn="l">
              <a:lnSpc>
                <a:spcPct val="150000"/>
              </a:lnSpc>
              <a:buNone/>
            </a:pPr>
            <a:r>
              <a:rPr lang="vi-VN" sz="1200">
                <a:solidFill>
                  <a:srgbClr val="000000"/>
                </a:solidFill>
                <a:latin typeface="Arial"/>
              </a:rPr>
              <a:t>Điểm khác biệt quan trọng nhất giữa Function Declaration và Function Expression chính là Hoisting. Với Function Declaration, JavaScript Engine nâng toàn bộ định nghĩa hàm lên đầu scope, cho nên các bạn gọi hàm trước dòng khai báo vẫn chạy bình thường. Ngược lại, Function Expression gán hàm vào biến const, giúp mã nguồn tuân thủ thứ tự đọc từ trên xuống dưới.</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5" name="Slide Image Placeholder"/>
          <p:cNvSpPr>
            <a:spLocks noGrp="1" noRot="1" noChangeAspect="1"/>
          </p:cNvSpPr>
          <p:nvPr>
            <p:ph type="sldImg"/>
          </p:nvPr>
        </p:nvSpPr>
        <p:spPr/>
      </p:sp>
      <p:sp>
        <p:nvSpPr>
          <p:cNvPr id="1036" name="Notes Placeholder"/>
          <p:cNvSpPr txBox="1"/>
          <p:nvPr>
            <p:ph idx="1" type="body"/>
          </p:nvPr>
        </p:nvSpPr>
        <p:spPr/>
        <p:txBody>
          <a:bodyPr/>
          <a:lstStyle/>
          <a:p>
            <a:pPr indent="0" lvl="0" marL="0" rtl="0" algn="l">
              <a:lnSpc>
                <a:spcPct val="150000"/>
              </a:lnSpc>
              <a:buNone/>
            </a:pPr>
            <a:r>
              <a:rPr lang="vi-VN" sz="1200">
                <a:solidFill>
                  <a:srgbClr val="000000"/>
                </a:solidFill>
                <a:latin typeface="Arial"/>
              </a:rPr>
              <a:t>Arrow Function ra đời từ ES6 mang đến cú pháp ngắn gọn tuyệt vời. Đối với các logic kiểm tra kiện hàng quá tải hay kiện hàng hỏa tốc ngắn gọn, chúng ta có thể viết trên một dòng duy nhất bằng cơ chế Implicit Return. Điều này giúp mã nguồn khi làm việc với array helper cực kỳ sạch đẹp.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2" name="Slide Image Placeholder"/>
          <p:cNvSpPr>
            <a:spLocks noGrp="1" noRot="1" noChangeAspect="1"/>
          </p:cNvSpPr>
          <p:nvPr>
            <p:ph type="sldImg"/>
          </p:nvPr>
        </p:nvSpPr>
        <p:spPr/>
      </p:sp>
      <p:sp>
        <p:nvSpPr>
          <p:cNvPr id="1043" name="Notes Placeholder"/>
          <p:cNvSpPr txBox="1"/>
          <p:nvPr>
            <p:ph idx="1" type="body"/>
          </p:nvPr>
        </p:nvSpPr>
        <p:spPr/>
        <p:txBody>
          <a:bodyPr/>
          <a:lstStyle/>
          <a:p>
            <a:pPr indent="0" lvl="0" marL="0" rtl="0" algn="l">
              <a:lnSpc>
                <a:spcPct val="150000"/>
              </a:lnSpc>
              <a:buNone/>
            </a:pPr>
            <a:r>
              <a:rPr lang="vi-VN" sz="1200">
                <a:solidFill>
                  <a:srgbClr val="000000"/>
                </a:solidFill>
                <a:latin typeface="Arial"/>
              </a:rPr>
              <a:t>Trong thực tế quản lý kho, khi tạo mới kiện hàng có những thông số cố định như số ngày lưu mặc định là 1 ngày, khu vực mặc định là Khu Chờ. Tham số mặc định giúp chúng ta xử lý việc này gọn gàng. Còn với Rest Parameters `...weights`, hàm có thể tiếp nhận 5, 10 hay 100 kiện hàng cùng lúc mà vẫn gom vào mảng xử lý mượt mà.</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6" name="Slide Image Placeholder"/>
          <p:cNvSpPr>
            <a:spLocks noGrp="1" noRot="1" noChangeAspect="1"/>
          </p:cNvSpPr>
          <p:nvPr>
            <p:ph type="sldImg"/>
          </p:nvPr>
        </p:nvSpPr>
        <p:spPr/>
      </p:sp>
      <p:sp>
        <p:nvSpPr>
          <p:cNvPr id="1047" name="Notes Placeholder"/>
          <p:cNvSpPr txBox="1"/>
          <p:nvPr>
            <p:ph idx="1" type="body"/>
          </p:nvPr>
        </p:nvSpPr>
        <p:spPr/>
        <p:txBody>
          <a:bodyPr/>
          <a:lstStyle/>
          <a:p>
            <a:pPr indent="0" lvl="0" marL="0" rtl="0" algn="l">
              <a:lnSpc>
                <a:spcPct val="150000"/>
              </a:lnSpc>
              <a:buNone/>
            </a:pPr>
            <a:r>
              <a:rPr lang="vi-VN" sz="1200">
                <a:solidFill>
                  <a:srgbClr val="000000"/>
                </a:solidFill>
                <a:latin typeface="Arial"/>
              </a:rPr>
              <a:t>Bảng so sánh này là kim chỉ nam quan trọng giúp các bạn lựa chọn đúng loại hàm. Hãy nhớ: Function Declaration có Hoisting, Arrow Function không có 'this' riêng và cực hợp cho các callback. Trong dự án Warehouse, chúng ta kết hợp linh hoạt cả 3 loại tùy theo mục đích.</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3" name="Slide Image Placeholder"/>
          <p:cNvSpPr>
            <a:spLocks noGrp="1" noRot="1" noChangeAspect="1"/>
          </p:cNvSpPr>
          <p:nvPr>
            <p:ph type="sldImg"/>
          </p:nvPr>
        </p:nvSpPr>
        <p:spPr/>
      </p:sp>
      <p:sp>
        <p:nvSpPr>
          <p:cNvPr id="1054" name="Notes Placeholder"/>
          <p:cNvSpPr txBox="1"/>
          <p:nvPr>
            <p:ph idx="1" type="body"/>
          </p:nvPr>
        </p:nvSpPr>
        <p:spPr/>
        <p:txBody>
          <a:bodyPr/>
          <a:lstStyle/>
          <a:p>
            <a:pPr indent="0" lvl="0" marL="0" rtl="0" algn="l">
              <a:lnSpc>
                <a:spcPct val="150000"/>
              </a:lnSpc>
              <a:buNone/>
            </a:pPr>
            <a:r>
              <a:rPr lang="vi-VN" sz="1200">
                <a:solidFill>
                  <a:srgbClr val="000000"/>
                </a:solidFill>
                <a:latin typeface="Arial"/>
              </a:rPr>
              <a:t>Phạm vi biến Scope quyết định nơi nào trong mã nguồn được phép truy cập vào biến. Nếu dùng `var`, biến có phạm vi Global hoặc Function Scope, dễ bị lỡ tay ghi đè dữ liệu như ví dụ bên trái. Với `let` và `const` giới hạn trong Block Scope `{}`, chúng ta giữ cho dữ liệu từng khu vực kho hoàn toàn cô lập và an toàn.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1" name="Slide Image Placeholder"/>
          <p:cNvSpPr>
            <a:spLocks noGrp="1" noRot="1" noChangeAspect="1"/>
          </p:cNvSpPr>
          <p:nvPr>
            <p:ph type="sldImg"/>
          </p:nvPr>
        </p:nvSpPr>
        <p:spPr/>
      </p:sp>
      <p:sp>
        <p:nvSpPr>
          <p:cNvPr id="1062" name="Notes Placeholder"/>
          <p:cNvSpPr txBox="1"/>
          <p:nvPr>
            <p:ph idx="1" type="body"/>
          </p:nvPr>
        </p:nvSpPr>
        <p:spPr/>
        <p:txBody>
          <a:bodyPr/>
          <a:lstStyle/>
          <a:p>
            <a:pPr indent="0" lvl="0" marL="0" rtl="0" algn="l">
              <a:lnSpc>
                <a:spcPct val="150000"/>
              </a:lnSpc>
              <a:buNone/>
            </a:pPr>
            <a:r>
              <a:rPr lang="vi-VN" sz="1200">
                <a:solidFill>
                  <a:srgbClr val="000000"/>
                </a:solidFill>
                <a:latin typeface="Arial"/>
              </a:rPr>
              <a:t>Closures là một trong những tính năng mạnh mẽ nhất của JavaScript. Khi hàm `createPackageTracker` chạy xong và trả về hàm con, biến `count` không bị hủy đi mà được hàm con 'đóng gói' mang theo. Bên ngoài không thể can thiệp sửa trực tiếp `count = 999`, đảm bảo mã kiện hàng tăng đúng trình tự.</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5" name="Slide Image Placeholder"/>
          <p:cNvSpPr>
            <a:spLocks noGrp="1" noRot="1" noChangeAspect="1"/>
          </p:cNvSpPr>
          <p:nvPr>
            <p:ph type="sldImg"/>
          </p:nvPr>
        </p:nvSpPr>
        <p:spPr/>
      </p:sp>
      <p:sp>
        <p:nvSpPr>
          <p:cNvPr id="1066" name="Notes Placeholder"/>
          <p:cNvSpPr txBox="1"/>
          <p:nvPr>
            <p:ph idx="1" type="body"/>
          </p:nvPr>
        </p:nvSpPr>
        <p:spPr/>
        <p:txBody>
          <a:bodyPr/>
          <a:lstStyle/>
          <a:p>
            <a:pPr indent="0" lvl="0" marL="0" rtl="0" algn="l">
              <a:lnSpc>
                <a:spcPct val="150000"/>
              </a:lnSpc>
              <a:buNone/>
            </a:pPr>
            <a:r>
              <a:rPr lang="vi-VN" sz="1200">
                <a:solidFill>
                  <a:srgbClr val="000000"/>
                </a:solidFill>
                <a:latin typeface="Arial"/>
              </a:rPr>
              <a:t>Hãy cùng trace bảng bộ nhớ này. Mỗi khi gọi `createPackageTracker`, một không gian lưu trữ Scope hoàn toàn riêng biệt được tạo ra. Việc gọi `genA()` không làm ảnh hưởng tới biến `count` của `genB()`. Đây chính là nền tảng của lập trình hướng đối tượng và module pattern trong JavaScript.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6" name="Slide Image Placeholder"/>
          <p:cNvSpPr>
            <a:spLocks noGrp="1" noRot="1" noChangeAspect="1"/>
          </p:cNvSpPr>
          <p:nvPr>
            <p:ph type="sldImg"/>
          </p:nvPr>
        </p:nvSpPr>
        <p:spPr/>
      </p:sp>
      <p:sp>
        <p:nvSpPr>
          <p:cNvPr id="1077" name="Notes Placeholder"/>
          <p:cNvSpPr txBox="1"/>
          <p:nvPr>
            <p:ph idx="1" type="body"/>
          </p:nvPr>
        </p:nvSpPr>
        <p:spPr/>
        <p:txBody>
          <a:bodyPr/>
          <a:lstStyle/>
          <a:p>
            <a:pPr indent="0" lvl="0" marL="0" rtl="0" algn="l">
              <a:lnSpc>
                <a:spcPct val="150000"/>
              </a:lnSpc>
              <a:buNone/>
            </a:pPr>
            <a:r>
              <a:rPr lang="vi-VN" sz="1200">
                <a:solidFill>
                  <a:srgbClr val="000000"/>
                </a:solidFill>
                <a:latin typeface="Arial"/>
              </a:rPr>
              <a:t>Vui lòng ghi nhớ 4 thuật ngữ quan trọng nhất của Session 14 trên đây. Đây là các câu hỏi phỏng vấn tuyển dụng cực kỳ phổ biến đối với vị trí Lập trình viên JavaScript / Front-End Web.</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1" name="Slide Image Placeholder"/>
          <p:cNvSpPr>
            <a:spLocks noGrp="1" noRot="1" noChangeAspect="1"/>
          </p:cNvSpPr>
          <p:nvPr>
            <p:ph type="sldImg"/>
          </p:nvPr>
        </p:nvSpPr>
        <p:spPr/>
      </p:sp>
      <p:sp>
        <p:nvSpPr>
          <p:cNvPr id="1082" name="Notes Placeholder"/>
          <p:cNvSpPr txBox="1"/>
          <p:nvPr>
            <p:ph idx="1" type="body"/>
          </p:nvPr>
        </p:nvSpPr>
        <p:spPr/>
        <p:txBody>
          <a:bodyPr/>
          <a:lstStyle/>
          <a:p>
            <a:pPr indent="0" lvl="0" marL="0" rtl="0" algn="l">
              <a:lnSpc>
                <a:spcPct val="150000"/>
              </a:lnSpc>
              <a:buNone/>
            </a:pPr>
            <a:r>
              <a:rPr lang="vi-VN" sz="1200">
                <a:solidFill>
                  <a:srgbClr val="000000"/>
                </a:solidFill>
                <a:latin typeface="Arial"/>
              </a:rPr>
              <a:t>Chúng ta cùng điểm lại 4 sai lầm kỹ thuật phổ biến nhất. Nhớ luôn dùng const/let để giới hạn scope, không dùng Arrow Function làm method cho Object nếu cần truy cập `this`, và lưu ý gọi hàm expression đúng thứ tự.</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4" name="Slide Image Placeholder"/>
          <p:cNvSpPr>
            <a:spLocks noGrp="1" noRot="1" noChangeAspect="1"/>
          </p:cNvSpPr>
          <p:nvPr>
            <p:ph type="sldImg"/>
          </p:nvPr>
        </p:nvSpPr>
        <p:spPr/>
      </p:sp>
      <p:sp>
        <p:nvSpPr>
          <p:cNvPr id="1085" name="Notes Placeholder"/>
          <p:cNvSpPr txBox="1"/>
          <p:nvPr>
            <p:ph idx="1" type="body"/>
          </p:nvPr>
        </p:nvSpPr>
        <p:spPr/>
        <p:txBody>
          <a:bodyPr/>
          <a:lstStyle/>
          <a:p>
            <a:pPr indent="0" lvl="0" marL="0" rtl="0" algn="l">
              <a:lnSpc>
                <a:spcPct val="150000"/>
              </a:lnSpc>
              <a:buNone/>
            </a:pPr>
            <a:r>
              <a:rPr lang="vi-VN" sz="1200">
                <a:solidFill>
                  <a:srgbClr val="000000"/>
                </a:solidFill>
                <a:latin typeface="Arial"/>
              </a:rPr>
              <a:t>Cảm ơn các bạn đã theo dõi trọn vẹn bài giảng Session 14. Các bạn hãy mở ngay hệ thống LMS để hoàn thành bài tập thực hành viết hàm xử lý xuất nhập kho. Hẹn gặp lại các bạn ở session tiếp theo!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1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1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1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1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1.png"/><Relationship Id="rId4" Type="http://schemas.openxmlformats.org/officeDocument/2006/relationships/image" Target="../media/image1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1.png"/><Relationship Id="rId4" Type="http://schemas.openxmlformats.org/officeDocument/2006/relationships/image" Target="../media/image1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1.png"/><Relationship Id="rId4" Type="http://schemas.openxmlformats.org/officeDocument/2006/relationships/image" Target="../media/image1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1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1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ection Header">
  <p:cSld name="1_Section Header">
    <p:spTree>
      <p:nvGrpSpPr>
        <p:cNvPr id="16" name="Shape 16"/>
        <p:cNvGrpSpPr/>
        <p:nvPr/>
      </p:nvGrpSpPr>
      <p:grpSpPr>
        <a:xfrm>
          <a:off x="0" y="0"/>
          <a:ext cx="0" cy="0"/>
          <a:chOff x="0" y="0"/>
          <a:chExt cx="0" cy="0"/>
        </a:xfrm>
      </p:grpSpPr>
      <p:sp>
        <p:nvSpPr>
          <p:cNvPr id="17" name="Google Shape;17;p32"/>
          <p:cNvSpPr txBox="1"/>
          <p:nvPr>
            <p:ph type="title"/>
          </p:nvPr>
        </p:nvSpPr>
        <p:spPr>
          <a:xfrm rot="5400000">
            <a:off x="-1225840" y="1040275"/>
            <a:ext cx="4164099" cy="1845425"/>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C00000"/>
              </a:buClr>
              <a:buSzPts val="6000"/>
              <a:buFont typeface="Montserrat Black"/>
              <a:buNone/>
              <a:defRPr b="1" sz="6000">
                <a:solidFill>
                  <a:srgbClr val="C00000"/>
                </a:solidFill>
                <a:latin typeface="Montserrat Black"/>
                <a:ea typeface="Montserrat Black"/>
                <a:cs typeface="Montserrat Black"/>
                <a:sym typeface="Montserrat Black"/>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 name="Google Shape;18;p3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en-US"/>
              <a:t>‹#›</a:t>
            </a:fld>
            <a:endParaRPr/>
          </a:p>
        </p:txBody>
      </p:sp>
      <p:sp>
        <p:nvSpPr>
          <p:cNvPr id="19" name="Google Shape;19;p32"/>
          <p:cNvSpPr txBox="1"/>
          <p:nvPr>
            <p:ph idx="1" type="body"/>
          </p:nvPr>
        </p:nvSpPr>
        <p:spPr>
          <a:xfrm>
            <a:off x="2394064" y="2759840"/>
            <a:ext cx="1122220" cy="1138813"/>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rgbClr val="BE2727"/>
              </a:buClr>
              <a:buSzPts val="6000"/>
              <a:buFont typeface="Montserrat"/>
              <a:buNone/>
              <a:defRPr b="1" sz="6000">
                <a:solidFill>
                  <a:srgbClr val="BE2727"/>
                </a:solidFill>
              </a:defRPr>
            </a:lvl1pPr>
            <a:lvl2pPr indent="-482600" lvl="1" marL="914400" algn="l">
              <a:lnSpc>
                <a:spcPct val="90000"/>
              </a:lnSpc>
              <a:spcBef>
                <a:spcPts val="500"/>
              </a:spcBef>
              <a:spcAft>
                <a:spcPts val="0"/>
              </a:spcAft>
              <a:buClr>
                <a:srgbClr val="BE2727"/>
              </a:buClr>
              <a:buSzPts val="4000"/>
              <a:buChar char="•"/>
              <a:defRPr b="1" sz="4000">
                <a:solidFill>
                  <a:srgbClr val="BE2727"/>
                </a:solidFill>
              </a:defRPr>
            </a:lvl2pPr>
            <a:lvl3pPr indent="-482600" lvl="2" marL="1371600" algn="l">
              <a:lnSpc>
                <a:spcPct val="90000"/>
              </a:lnSpc>
              <a:spcBef>
                <a:spcPts val="500"/>
              </a:spcBef>
              <a:spcAft>
                <a:spcPts val="0"/>
              </a:spcAft>
              <a:buClr>
                <a:srgbClr val="BE2727"/>
              </a:buClr>
              <a:buSzPts val="4000"/>
              <a:buChar char="•"/>
              <a:defRPr b="1" sz="4000">
                <a:solidFill>
                  <a:srgbClr val="BE2727"/>
                </a:solidFill>
              </a:defRPr>
            </a:lvl3pPr>
            <a:lvl4pPr indent="-482600" lvl="3" marL="1828800" algn="l">
              <a:lnSpc>
                <a:spcPct val="90000"/>
              </a:lnSpc>
              <a:spcBef>
                <a:spcPts val="500"/>
              </a:spcBef>
              <a:spcAft>
                <a:spcPts val="0"/>
              </a:spcAft>
              <a:buClr>
                <a:srgbClr val="BE2727"/>
              </a:buClr>
              <a:buSzPts val="4000"/>
              <a:buChar char="•"/>
              <a:defRPr b="1" sz="4000">
                <a:solidFill>
                  <a:srgbClr val="BE2727"/>
                </a:solidFill>
              </a:defRPr>
            </a:lvl4pPr>
            <a:lvl5pPr indent="-482600" lvl="4" marL="2286000" algn="l">
              <a:lnSpc>
                <a:spcPct val="90000"/>
              </a:lnSpc>
              <a:spcBef>
                <a:spcPts val="500"/>
              </a:spcBef>
              <a:spcAft>
                <a:spcPts val="0"/>
              </a:spcAft>
              <a:buClr>
                <a:srgbClr val="BE2727"/>
              </a:buClr>
              <a:buSzPts val="4000"/>
              <a:buChar char="•"/>
              <a:defRPr b="1" sz="4000">
                <a:solidFill>
                  <a:srgbClr val="BE2727"/>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0" name="Google Shape;20;p32"/>
          <p:cNvSpPr txBox="1"/>
          <p:nvPr>
            <p:ph idx="2" type="body"/>
          </p:nvPr>
        </p:nvSpPr>
        <p:spPr>
          <a:xfrm>
            <a:off x="3516284" y="2888427"/>
            <a:ext cx="2733675" cy="540573"/>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BE2727"/>
              </a:buClr>
              <a:buSzPts val="2000"/>
              <a:buFont typeface="Montserrat"/>
              <a:buNone/>
              <a:defRPr b="1" sz="2000">
                <a:solidFill>
                  <a:srgbClr val="BE2727"/>
                </a:solidFill>
              </a:defRPr>
            </a:lvl1pPr>
            <a:lvl2pPr indent="-381000" lvl="1" marL="914400" algn="l">
              <a:lnSpc>
                <a:spcPct val="90000"/>
              </a:lnSpc>
              <a:spcBef>
                <a:spcPts val="500"/>
              </a:spcBef>
              <a:spcAft>
                <a:spcPts val="0"/>
              </a:spcAft>
              <a:buClr>
                <a:schemeClr val="lt1"/>
              </a:buClr>
              <a:buSzPts val="2400"/>
              <a:buChar char="•"/>
              <a:defRPr>
                <a:solidFill>
                  <a:schemeClr val="lt1"/>
                </a:solidFill>
              </a:defRPr>
            </a:lvl2pPr>
            <a:lvl3pPr indent="-355600" lvl="2" marL="1371600" algn="l">
              <a:lnSpc>
                <a:spcPct val="90000"/>
              </a:lnSpc>
              <a:spcBef>
                <a:spcPts val="500"/>
              </a:spcBef>
              <a:spcAft>
                <a:spcPts val="0"/>
              </a:spcAft>
              <a:buClr>
                <a:schemeClr val="lt1"/>
              </a:buClr>
              <a:buSzPts val="2000"/>
              <a:buChar char="•"/>
              <a:defRPr>
                <a:solidFill>
                  <a:schemeClr val="lt1"/>
                </a:solidFill>
              </a:defRPr>
            </a:lvl3pPr>
            <a:lvl4pPr indent="-342900" lvl="3" marL="1828800" algn="l">
              <a:lnSpc>
                <a:spcPct val="90000"/>
              </a:lnSpc>
              <a:spcBef>
                <a:spcPts val="500"/>
              </a:spcBef>
              <a:spcAft>
                <a:spcPts val="0"/>
              </a:spcAft>
              <a:buClr>
                <a:schemeClr val="lt1"/>
              </a:buClr>
              <a:buSzPts val="1800"/>
              <a:buChar char="•"/>
              <a:defRPr>
                <a:solidFill>
                  <a:schemeClr val="lt1"/>
                </a:solidFill>
              </a:defRPr>
            </a:lvl4pPr>
            <a:lvl5pPr indent="-342900" lvl="4" marL="2286000" algn="l">
              <a:lnSpc>
                <a:spcPct val="90000"/>
              </a:lnSpc>
              <a:spcBef>
                <a:spcPts val="500"/>
              </a:spcBef>
              <a:spcAft>
                <a:spcPts val="0"/>
              </a:spcAft>
              <a:buClr>
                <a:schemeClr val="lt1"/>
              </a:buClr>
              <a:buSzPts val="1800"/>
              <a:buChar char="•"/>
              <a:defRPr>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1" name="Google Shape;21;p32"/>
          <p:cNvSpPr txBox="1"/>
          <p:nvPr>
            <p:ph idx="3" type="body"/>
          </p:nvPr>
        </p:nvSpPr>
        <p:spPr>
          <a:xfrm>
            <a:off x="2310942" y="4349625"/>
            <a:ext cx="1205342" cy="1138813"/>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rgbClr val="BE2727"/>
              </a:buClr>
              <a:buSzPts val="6000"/>
              <a:buFont typeface="Montserrat"/>
              <a:buNone/>
              <a:defRPr b="1" sz="6000">
                <a:solidFill>
                  <a:srgbClr val="BE2727"/>
                </a:solidFill>
              </a:defRPr>
            </a:lvl1pPr>
            <a:lvl2pPr indent="-482600" lvl="1" marL="914400" algn="l">
              <a:lnSpc>
                <a:spcPct val="90000"/>
              </a:lnSpc>
              <a:spcBef>
                <a:spcPts val="500"/>
              </a:spcBef>
              <a:spcAft>
                <a:spcPts val="0"/>
              </a:spcAft>
              <a:buClr>
                <a:srgbClr val="BE2727"/>
              </a:buClr>
              <a:buSzPts val="4000"/>
              <a:buChar char="•"/>
              <a:defRPr b="1" sz="4000">
                <a:solidFill>
                  <a:srgbClr val="BE2727"/>
                </a:solidFill>
              </a:defRPr>
            </a:lvl2pPr>
            <a:lvl3pPr indent="-482600" lvl="2" marL="1371600" algn="l">
              <a:lnSpc>
                <a:spcPct val="90000"/>
              </a:lnSpc>
              <a:spcBef>
                <a:spcPts val="500"/>
              </a:spcBef>
              <a:spcAft>
                <a:spcPts val="0"/>
              </a:spcAft>
              <a:buClr>
                <a:srgbClr val="BE2727"/>
              </a:buClr>
              <a:buSzPts val="4000"/>
              <a:buChar char="•"/>
              <a:defRPr b="1" sz="4000">
                <a:solidFill>
                  <a:srgbClr val="BE2727"/>
                </a:solidFill>
              </a:defRPr>
            </a:lvl3pPr>
            <a:lvl4pPr indent="-482600" lvl="3" marL="1828800" algn="l">
              <a:lnSpc>
                <a:spcPct val="90000"/>
              </a:lnSpc>
              <a:spcBef>
                <a:spcPts val="500"/>
              </a:spcBef>
              <a:spcAft>
                <a:spcPts val="0"/>
              </a:spcAft>
              <a:buClr>
                <a:srgbClr val="BE2727"/>
              </a:buClr>
              <a:buSzPts val="4000"/>
              <a:buChar char="•"/>
              <a:defRPr b="1" sz="4000">
                <a:solidFill>
                  <a:srgbClr val="BE2727"/>
                </a:solidFill>
              </a:defRPr>
            </a:lvl4pPr>
            <a:lvl5pPr indent="-482600" lvl="4" marL="2286000" algn="l">
              <a:lnSpc>
                <a:spcPct val="90000"/>
              </a:lnSpc>
              <a:spcBef>
                <a:spcPts val="500"/>
              </a:spcBef>
              <a:spcAft>
                <a:spcPts val="0"/>
              </a:spcAft>
              <a:buClr>
                <a:srgbClr val="BE2727"/>
              </a:buClr>
              <a:buSzPts val="4000"/>
              <a:buChar char="•"/>
              <a:defRPr b="1" sz="4000">
                <a:solidFill>
                  <a:srgbClr val="BE2727"/>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2" name="Google Shape;22;p32"/>
          <p:cNvSpPr txBox="1"/>
          <p:nvPr>
            <p:ph idx="4" type="body"/>
          </p:nvPr>
        </p:nvSpPr>
        <p:spPr>
          <a:xfrm>
            <a:off x="3516284" y="4478213"/>
            <a:ext cx="2733675" cy="557213"/>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BE2727"/>
              </a:buClr>
              <a:buSzPts val="2000"/>
              <a:buFont typeface="Montserrat"/>
              <a:buNone/>
              <a:defRPr b="1" sz="2000">
                <a:solidFill>
                  <a:srgbClr val="BE2727"/>
                </a:solidFill>
              </a:defRPr>
            </a:lvl1pPr>
            <a:lvl2pPr indent="-381000" lvl="1" marL="914400" algn="l">
              <a:lnSpc>
                <a:spcPct val="90000"/>
              </a:lnSpc>
              <a:spcBef>
                <a:spcPts val="500"/>
              </a:spcBef>
              <a:spcAft>
                <a:spcPts val="0"/>
              </a:spcAft>
              <a:buClr>
                <a:schemeClr val="lt1"/>
              </a:buClr>
              <a:buSzPts val="2400"/>
              <a:buChar char="•"/>
              <a:defRPr>
                <a:solidFill>
                  <a:schemeClr val="lt1"/>
                </a:solidFill>
              </a:defRPr>
            </a:lvl2pPr>
            <a:lvl3pPr indent="-355600" lvl="2" marL="1371600" algn="l">
              <a:lnSpc>
                <a:spcPct val="90000"/>
              </a:lnSpc>
              <a:spcBef>
                <a:spcPts val="500"/>
              </a:spcBef>
              <a:spcAft>
                <a:spcPts val="0"/>
              </a:spcAft>
              <a:buClr>
                <a:schemeClr val="lt1"/>
              </a:buClr>
              <a:buSzPts val="2000"/>
              <a:buChar char="•"/>
              <a:defRPr>
                <a:solidFill>
                  <a:schemeClr val="lt1"/>
                </a:solidFill>
              </a:defRPr>
            </a:lvl3pPr>
            <a:lvl4pPr indent="-342900" lvl="3" marL="1828800" algn="l">
              <a:lnSpc>
                <a:spcPct val="90000"/>
              </a:lnSpc>
              <a:spcBef>
                <a:spcPts val="500"/>
              </a:spcBef>
              <a:spcAft>
                <a:spcPts val="0"/>
              </a:spcAft>
              <a:buClr>
                <a:schemeClr val="lt1"/>
              </a:buClr>
              <a:buSzPts val="1800"/>
              <a:buChar char="•"/>
              <a:defRPr>
                <a:solidFill>
                  <a:schemeClr val="lt1"/>
                </a:solidFill>
              </a:defRPr>
            </a:lvl4pPr>
            <a:lvl5pPr indent="-342900" lvl="4" marL="2286000" algn="l">
              <a:lnSpc>
                <a:spcPct val="90000"/>
              </a:lnSpc>
              <a:spcBef>
                <a:spcPts val="500"/>
              </a:spcBef>
              <a:spcAft>
                <a:spcPts val="0"/>
              </a:spcAft>
              <a:buClr>
                <a:schemeClr val="lt1"/>
              </a:buClr>
              <a:buSzPts val="1800"/>
              <a:buChar char="•"/>
              <a:defRPr>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3" name="Google Shape;23;p32"/>
          <p:cNvSpPr txBox="1"/>
          <p:nvPr>
            <p:ph idx="5" type="body"/>
          </p:nvPr>
        </p:nvSpPr>
        <p:spPr>
          <a:xfrm>
            <a:off x="7245926" y="2759840"/>
            <a:ext cx="1202576" cy="1138813"/>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rgbClr val="BE2727"/>
              </a:buClr>
              <a:buSzPts val="6000"/>
              <a:buFont typeface="Montserrat"/>
              <a:buNone/>
              <a:defRPr b="1" sz="6000">
                <a:solidFill>
                  <a:srgbClr val="BE2727"/>
                </a:solidFill>
              </a:defRPr>
            </a:lvl1pPr>
            <a:lvl2pPr indent="-482600" lvl="1" marL="914400" algn="l">
              <a:lnSpc>
                <a:spcPct val="90000"/>
              </a:lnSpc>
              <a:spcBef>
                <a:spcPts val="500"/>
              </a:spcBef>
              <a:spcAft>
                <a:spcPts val="0"/>
              </a:spcAft>
              <a:buClr>
                <a:srgbClr val="BE2727"/>
              </a:buClr>
              <a:buSzPts val="4000"/>
              <a:buChar char="•"/>
              <a:defRPr b="1" sz="4000">
                <a:solidFill>
                  <a:srgbClr val="BE2727"/>
                </a:solidFill>
              </a:defRPr>
            </a:lvl2pPr>
            <a:lvl3pPr indent="-482600" lvl="2" marL="1371600" algn="l">
              <a:lnSpc>
                <a:spcPct val="90000"/>
              </a:lnSpc>
              <a:spcBef>
                <a:spcPts val="500"/>
              </a:spcBef>
              <a:spcAft>
                <a:spcPts val="0"/>
              </a:spcAft>
              <a:buClr>
                <a:srgbClr val="BE2727"/>
              </a:buClr>
              <a:buSzPts val="4000"/>
              <a:buChar char="•"/>
              <a:defRPr b="1" sz="4000">
                <a:solidFill>
                  <a:srgbClr val="BE2727"/>
                </a:solidFill>
              </a:defRPr>
            </a:lvl3pPr>
            <a:lvl4pPr indent="-482600" lvl="3" marL="1828800" algn="l">
              <a:lnSpc>
                <a:spcPct val="90000"/>
              </a:lnSpc>
              <a:spcBef>
                <a:spcPts val="500"/>
              </a:spcBef>
              <a:spcAft>
                <a:spcPts val="0"/>
              </a:spcAft>
              <a:buClr>
                <a:srgbClr val="BE2727"/>
              </a:buClr>
              <a:buSzPts val="4000"/>
              <a:buChar char="•"/>
              <a:defRPr b="1" sz="4000">
                <a:solidFill>
                  <a:srgbClr val="BE2727"/>
                </a:solidFill>
              </a:defRPr>
            </a:lvl4pPr>
            <a:lvl5pPr indent="-482600" lvl="4" marL="2286000" algn="l">
              <a:lnSpc>
                <a:spcPct val="90000"/>
              </a:lnSpc>
              <a:spcBef>
                <a:spcPts val="500"/>
              </a:spcBef>
              <a:spcAft>
                <a:spcPts val="0"/>
              </a:spcAft>
              <a:buClr>
                <a:srgbClr val="BE2727"/>
              </a:buClr>
              <a:buSzPts val="4000"/>
              <a:buChar char="•"/>
              <a:defRPr b="1" sz="4000">
                <a:solidFill>
                  <a:srgbClr val="BE2727"/>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4" name="Google Shape;24;p32"/>
          <p:cNvSpPr txBox="1"/>
          <p:nvPr>
            <p:ph idx="6" type="body"/>
          </p:nvPr>
        </p:nvSpPr>
        <p:spPr>
          <a:xfrm>
            <a:off x="8448502" y="2888427"/>
            <a:ext cx="2733675" cy="557213"/>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BE2727"/>
              </a:buClr>
              <a:buSzPts val="2000"/>
              <a:buFont typeface="Montserrat"/>
              <a:buNone/>
              <a:defRPr b="1" sz="2000">
                <a:solidFill>
                  <a:srgbClr val="BE2727"/>
                </a:solidFill>
              </a:defRPr>
            </a:lvl1pPr>
            <a:lvl2pPr indent="-381000" lvl="1" marL="914400" algn="l">
              <a:lnSpc>
                <a:spcPct val="90000"/>
              </a:lnSpc>
              <a:spcBef>
                <a:spcPts val="500"/>
              </a:spcBef>
              <a:spcAft>
                <a:spcPts val="0"/>
              </a:spcAft>
              <a:buClr>
                <a:schemeClr val="lt1"/>
              </a:buClr>
              <a:buSzPts val="2400"/>
              <a:buChar char="•"/>
              <a:defRPr>
                <a:solidFill>
                  <a:schemeClr val="lt1"/>
                </a:solidFill>
              </a:defRPr>
            </a:lvl2pPr>
            <a:lvl3pPr indent="-355600" lvl="2" marL="1371600" algn="l">
              <a:lnSpc>
                <a:spcPct val="90000"/>
              </a:lnSpc>
              <a:spcBef>
                <a:spcPts val="500"/>
              </a:spcBef>
              <a:spcAft>
                <a:spcPts val="0"/>
              </a:spcAft>
              <a:buClr>
                <a:schemeClr val="lt1"/>
              </a:buClr>
              <a:buSzPts val="2000"/>
              <a:buChar char="•"/>
              <a:defRPr>
                <a:solidFill>
                  <a:schemeClr val="lt1"/>
                </a:solidFill>
              </a:defRPr>
            </a:lvl3pPr>
            <a:lvl4pPr indent="-342900" lvl="3" marL="1828800" algn="l">
              <a:lnSpc>
                <a:spcPct val="90000"/>
              </a:lnSpc>
              <a:spcBef>
                <a:spcPts val="500"/>
              </a:spcBef>
              <a:spcAft>
                <a:spcPts val="0"/>
              </a:spcAft>
              <a:buClr>
                <a:schemeClr val="lt1"/>
              </a:buClr>
              <a:buSzPts val="1800"/>
              <a:buChar char="•"/>
              <a:defRPr>
                <a:solidFill>
                  <a:schemeClr val="lt1"/>
                </a:solidFill>
              </a:defRPr>
            </a:lvl4pPr>
            <a:lvl5pPr indent="-342900" lvl="4" marL="2286000" algn="l">
              <a:lnSpc>
                <a:spcPct val="90000"/>
              </a:lnSpc>
              <a:spcBef>
                <a:spcPts val="500"/>
              </a:spcBef>
              <a:spcAft>
                <a:spcPts val="0"/>
              </a:spcAft>
              <a:buClr>
                <a:schemeClr val="lt1"/>
              </a:buClr>
              <a:buSzPts val="1800"/>
              <a:buChar char="•"/>
              <a:defRPr>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5" name="Google Shape;25;p32"/>
          <p:cNvSpPr txBox="1"/>
          <p:nvPr>
            <p:ph idx="7" type="body"/>
          </p:nvPr>
        </p:nvSpPr>
        <p:spPr>
          <a:xfrm>
            <a:off x="7245926" y="4349625"/>
            <a:ext cx="1202576" cy="1138813"/>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rgbClr val="BE2727"/>
              </a:buClr>
              <a:buSzPts val="6000"/>
              <a:buFont typeface="Montserrat"/>
              <a:buNone/>
              <a:defRPr b="1" sz="6000">
                <a:solidFill>
                  <a:srgbClr val="BE2727"/>
                </a:solidFill>
              </a:defRPr>
            </a:lvl1pPr>
            <a:lvl2pPr indent="-482600" lvl="1" marL="914400" algn="l">
              <a:lnSpc>
                <a:spcPct val="90000"/>
              </a:lnSpc>
              <a:spcBef>
                <a:spcPts val="500"/>
              </a:spcBef>
              <a:spcAft>
                <a:spcPts val="0"/>
              </a:spcAft>
              <a:buClr>
                <a:srgbClr val="BE2727"/>
              </a:buClr>
              <a:buSzPts val="4000"/>
              <a:buChar char="•"/>
              <a:defRPr b="1" sz="4000">
                <a:solidFill>
                  <a:srgbClr val="BE2727"/>
                </a:solidFill>
              </a:defRPr>
            </a:lvl2pPr>
            <a:lvl3pPr indent="-482600" lvl="2" marL="1371600" algn="l">
              <a:lnSpc>
                <a:spcPct val="90000"/>
              </a:lnSpc>
              <a:spcBef>
                <a:spcPts val="500"/>
              </a:spcBef>
              <a:spcAft>
                <a:spcPts val="0"/>
              </a:spcAft>
              <a:buClr>
                <a:srgbClr val="BE2727"/>
              </a:buClr>
              <a:buSzPts val="4000"/>
              <a:buChar char="•"/>
              <a:defRPr b="1" sz="4000">
                <a:solidFill>
                  <a:srgbClr val="BE2727"/>
                </a:solidFill>
              </a:defRPr>
            </a:lvl3pPr>
            <a:lvl4pPr indent="-482600" lvl="3" marL="1828800" algn="l">
              <a:lnSpc>
                <a:spcPct val="90000"/>
              </a:lnSpc>
              <a:spcBef>
                <a:spcPts val="500"/>
              </a:spcBef>
              <a:spcAft>
                <a:spcPts val="0"/>
              </a:spcAft>
              <a:buClr>
                <a:srgbClr val="BE2727"/>
              </a:buClr>
              <a:buSzPts val="4000"/>
              <a:buChar char="•"/>
              <a:defRPr b="1" sz="4000">
                <a:solidFill>
                  <a:srgbClr val="BE2727"/>
                </a:solidFill>
              </a:defRPr>
            </a:lvl4pPr>
            <a:lvl5pPr indent="-482600" lvl="4" marL="2286000" algn="l">
              <a:lnSpc>
                <a:spcPct val="90000"/>
              </a:lnSpc>
              <a:spcBef>
                <a:spcPts val="500"/>
              </a:spcBef>
              <a:spcAft>
                <a:spcPts val="0"/>
              </a:spcAft>
              <a:buClr>
                <a:srgbClr val="BE2727"/>
              </a:buClr>
              <a:buSzPts val="4000"/>
              <a:buChar char="•"/>
              <a:defRPr b="1" sz="4000">
                <a:solidFill>
                  <a:srgbClr val="BE2727"/>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6" name="Google Shape;26;p32"/>
          <p:cNvSpPr txBox="1"/>
          <p:nvPr>
            <p:ph idx="8" type="body"/>
          </p:nvPr>
        </p:nvSpPr>
        <p:spPr>
          <a:xfrm>
            <a:off x="8448502" y="4478213"/>
            <a:ext cx="2733675" cy="557213"/>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BE2727"/>
              </a:buClr>
              <a:buSzPts val="2000"/>
              <a:buFont typeface="Montserrat"/>
              <a:buNone/>
              <a:defRPr b="1" sz="2000">
                <a:solidFill>
                  <a:srgbClr val="BE2727"/>
                </a:solidFill>
              </a:defRPr>
            </a:lvl1pPr>
            <a:lvl2pPr indent="-381000" lvl="1" marL="914400" algn="l">
              <a:lnSpc>
                <a:spcPct val="90000"/>
              </a:lnSpc>
              <a:spcBef>
                <a:spcPts val="500"/>
              </a:spcBef>
              <a:spcAft>
                <a:spcPts val="0"/>
              </a:spcAft>
              <a:buClr>
                <a:schemeClr val="lt1"/>
              </a:buClr>
              <a:buSzPts val="2400"/>
              <a:buChar char="•"/>
              <a:defRPr>
                <a:solidFill>
                  <a:schemeClr val="lt1"/>
                </a:solidFill>
              </a:defRPr>
            </a:lvl2pPr>
            <a:lvl3pPr indent="-355600" lvl="2" marL="1371600" algn="l">
              <a:lnSpc>
                <a:spcPct val="90000"/>
              </a:lnSpc>
              <a:spcBef>
                <a:spcPts val="500"/>
              </a:spcBef>
              <a:spcAft>
                <a:spcPts val="0"/>
              </a:spcAft>
              <a:buClr>
                <a:schemeClr val="lt1"/>
              </a:buClr>
              <a:buSzPts val="2000"/>
              <a:buChar char="•"/>
              <a:defRPr>
                <a:solidFill>
                  <a:schemeClr val="lt1"/>
                </a:solidFill>
              </a:defRPr>
            </a:lvl3pPr>
            <a:lvl4pPr indent="-342900" lvl="3" marL="1828800" algn="l">
              <a:lnSpc>
                <a:spcPct val="90000"/>
              </a:lnSpc>
              <a:spcBef>
                <a:spcPts val="500"/>
              </a:spcBef>
              <a:spcAft>
                <a:spcPts val="0"/>
              </a:spcAft>
              <a:buClr>
                <a:schemeClr val="lt1"/>
              </a:buClr>
              <a:buSzPts val="1800"/>
              <a:buChar char="•"/>
              <a:defRPr>
                <a:solidFill>
                  <a:schemeClr val="lt1"/>
                </a:solidFill>
              </a:defRPr>
            </a:lvl4pPr>
            <a:lvl5pPr indent="-342900" lvl="4" marL="2286000" algn="l">
              <a:lnSpc>
                <a:spcPct val="90000"/>
              </a:lnSpc>
              <a:spcBef>
                <a:spcPts val="500"/>
              </a:spcBef>
              <a:spcAft>
                <a:spcPts val="0"/>
              </a:spcAft>
              <a:buClr>
                <a:schemeClr val="lt1"/>
              </a:buClr>
              <a:buSzPts val="1800"/>
              <a:buChar char="•"/>
              <a:defRPr>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7" name="Google Shape;27;p32"/>
          <p:cNvSpPr txBox="1"/>
          <p:nvPr>
            <p:ph idx="9" type="body"/>
          </p:nvPr>
        </p:nvSpPr>
        <p:spPr>
          <a:xfrm>
            <a:off x="3516283" y="3284445"/>
            <a:ext cx="2733675" cy="540573"/>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171616"/>
              </a:buClr>
              <a:buSzPts val="1400"/>
              <a:buFont typeface="Montserrat"/>
              <a:buNone/>
              <a:defRPr sz="1400">
                <a:solidFill>
                  <a:srgbClr val="171616"/>
                </a:solidFill>
              </a:defRPr>
            </a:lvl1pPr>
            <a:lvl2pPr indent="-381000" lvl="1" marL="914400" algn="l">
              <a:lnSpc>
                <a:spcPct val="90000"/>
              </a:lnSpc>
              <a:spcBef>
                <a:spcPts val="500"/>
              </a:spcBef>
              <a:spcAft>
                <a:spcPts val="0"/>
              </a:spcAft>
              <a:buClr>
                <a:schemeClr val="lt1"/>
              </a:buClr>
              <a:buSzPts val="2400"/>
              <a:buChar char="•"/>
              <a:defRPr>
                <a:solidFill>
                  <a:schemeClr val="lt1"/>
                </a:solidFill>
              </a:defRPr>
            </a:lvl2pPr>
            <a:lvl3pPr indent="-355600" lvl="2" marL="1371600" algn="l">
              <a:lnSpc>
                <a:spcPct val="90000"/>
              </a:lnSpc>
              <a:spcBef>
                <a:spcPts val="500"/>
              </a:spcBef>
              <a:spcAft>
                <a:spcPts val="0"/>
              </a:spcAft>
              <a:buClr>
                <a:schemeClr val="lt1"/>
              </a:buClr>
              <a:buSzPts val="2000"/>
              <a:buChar char="•"/>
              <a:defRPr>
                <a:solidFill>
                  <a:schemeClr val="lt1"/>
                </a:solidFill>
              </a:defRPr>
            </a:lvl3pPr>
            <a:lvl4pPr indent="-342900" lvl="3" marL="1828800" algn="l">
              <a:lnSpc>
                <a:spcPct val="90000"/>
              </a:lnSpc>
              <a:spcBef>
                <a:spcPts val="500"/>
              </a:spcBef>
              <a:spcAft>
                <a:spcPts val="0"/>
              </a:spcAft>
              <a:buClr>
                <a:schemeClr val="lt1"/>
              </a:buClr>
              <a:buSzPts val="1800"/>
              <a:buChar char="•"/>
              <a:defRPr>
                <a:solidFill>
                  <a:schemeClr val="lt1"/>
                </a:solidFill>
              </a:defRPr>
            </a:lvl4pPr>
            <a:lvl5pPr indent="-342900" lvl="4" marL="2286000" algn="l">
              <a:lnSpc>
                <a:spcPct val="90000"/>
              </a:lnSpc>
              <a:spcBef>
                <a:spcPts val="500"/>
              </a:spcBef>
              <a:spcAft>
                <a:spcPts val="0"/>
              </a:spcAft>
              <a:buClr>
                <a:schemeClr val="lt1"/>
              </a:buClr>
              <a:buSzPts val="1800"/>
              <a:buChar char="•"/>
              <a:defRPr>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8" name="Google Shape;28;p32"/>
          <p:cNvSpPr txBox="1"/>
          <p:nvPr>
            <p:ph idx="13" type="body"/>
          </p:nvPr>
        </p:nvSpPr>
        <p:spPr>
          <a:xfrm>
            <a:off x="3516283" y="4874231"/>
            <a:ext cx="2733675" cy="540573"/>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171616"/>
              </a:buClr>
              <a:buSzPts val="1400"/>
              <a:buFont typeface="Montserrat"/>
              <a:buNone/>
              <a:defRPr sz="1400">
                <a:solidFill>
                  <a:srgbClr val="171616"/>
                </a:solidFill>
              </a:defRPr>
            </a:lvl1pPr>
            <a:lvl2pPr indent="-381000" lvl="1" marL="914400" algn="l">
              <a:lnSpc>
                <a:spcPct val="90000"/>
              </a:lnSpc>
              <a:spcBef>
                <a:spcPts val="500"/>
              </a:spcBef>
              <a:spcAft>
                <a:spcPts val="0"/>
              </a:spcAft>
              <a:buClr>
                <a:schemeClr val="lt1"/>
              </a:buClr>
              <a:buSzPts val="2400"/>
              <a:buChar char="•"/>
              <a:defRPr>
                <a:solidFill>
                  <a:schemeClr val="lt1"/>
                </a:solidFill>
              </a:defRPr>
            </a:lvl2pPr>
            <a:lvl3pPr indent="-355600" lvl="2" marL="1371600" algn="l">
              <a:lnSpc>
                <a:spcPct val="90000"/>
              </a:lnSpc>
              <a:spcBef>
                <a:spcPts val="500"/>
              </a:spcBef>
              <a:spcAft>
                <a:spcPts val="0"/>
              </a:spcAft>
              <a:buClr>
                <a:schemeClr val="lt1"/>
              </a:buClr>
              <a:buSzPts val="2000"/>
              <a:buChar char="•"/>
              <a:defRPr>
                <a:solidFill>
                  <a:schemeClr val="lt1"/>
                </a:solidFill>
              </a:defRPr>
            </a:lvl3pPr>
            <a:lvl4pPr indent="-342900" lvl="3" marL="1828800" algn="l">
              <a:lnSpc>
                <a:spcPct val="90000"/>
              </a:lnSpc>
              <a:spcBef>
                <a:spcPts val="500"/>
              </a:spcBef>
              <a:spcAft>
                <a:spcPts val="0"/>
              </a:spcAft>
              <a:buClr>
                <a:schemeClr val="lt1"/>
              </a:buClr>
              <a:buSzPts val="1800"/>
              <a:buChar char="•"/>
              <a:defRPr>
                <a:solidFill>
                  <a:schemeClr val="lt1"/>
                </a:solidFill>
              </a:defRPr>
            </a:lvl4pPr>
            <a:lvl5pPr indent="-342900" lvl="4" marL="2286000" algn="l">
              <a:lnSpc>
                <a:spcPct val="90000"/>
              </a:lnSpc>
              <a:spcBef>
                <a:spcPts val="500"/>
              </a:spcBef>
              <a:spcAft>
                <a:spcPts val="0"/>
              </a:spcAft>
              <a:buClr>
                <a:schemeClr val="lt1"/>
              </a:buClr>
              <a:buSzPts val="1800"/>
              <a:buChar char="•"/>
              <a:defRPr>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9" name="Google Shape;29;p32"/>
          <p:cNvSpPr txBox="1"/>
          <p:nvPr>
            <p:ph idx="14" type="body"/>
          </p:nvPr>
        </p:nvSpPr>
        <p:spPr>
          <a:xfrm>
            <a:off x="8448501" y="3284444"/>
            <a:ext cx="2733675" cy="540573"/>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171616"/>
              </a:buClr>
              <a:buSzPts val="1400"/>
              <a:buFont typeface="Montserrat"/>
              <a:buNone/>
              <a:defRPr sz="1400">
                <a:solidFill>
                  <a:srgbClr val="171616"/>
                </a:solidFill>
              </a:defRPr>
            </a:lvl1pPr>
            <a:lvl2pPr indent="-381000" lvl="1" marL="914400" algn="l">
              <a:lnSpc>
                <a:spcPct val="90000"/>
              </a:lnSpc>
              <a:spcBef>
                <a:spcPts val="500"/>
              </a:spcBef>
              <a:spcAft>
                <a:spcPts val="0"/>
              </a:spcAft>
              <a:buClr>
                <a:schemeClr val="lt1"/>
              </a:buClr>
              <a:buSzPts val="2400"/>
              <a:buChar char="•"/>
              <a:defRPr>
                <a:solidFill>
                  <a:schemeClr val="lt1"/>
                </a:solidFill>
              </a:defRPr>
            </a:lvl2pPr>
            <a:lvl3pPr indent="-355600" lvl="2" marL="1371600" algn="l">
              <a:lnSpc>
                <a:spcPct val="90000"/>
              </a:lnSpc>
              <a:spcBef>
                <a:spcPts val="500"/>
              </a:spcBef>
              <a:spcAft>
                <a:spcPts val="0"/>
              </a:spcAft>
              <a:buClr>
                <a:schemeClr val="lt1"/>
              </a:buClr>
              <a:buSzPts val="2000"/>
              <a:buChar char="•"/>
              <a:defRPr>
                <a:solidFill>
                  <a:schemeClr val="lt1"/>
                </a:solidFill>
              </a:defRPr>
            </a:lvl3pPr>
            <a:lvl4pPr indent="-342900" lvl="3" marL="1828800" algn="l">
              <a:lnSpc>
                <a:spcPct val="90000"/>
              </a:lnSpc>
              <a:spcBef>
                <a:spcPts val="500"/>
              </a:spcBef>
              <a:spcAft>
                <a:spcPts val="0"/>
              </a:spcAft>
              <a:buClr>
                <a:schemeClr val="lt1"/>
              </a:buClr>
              <a:buSzPts val="1800"/>
              <a:buChar char="•"/>
              <a:defRPr>
                <a:solidFill>
                  <a:schemeClr val="lt1"/>
                </a:solidFill>
              </a:defRPr>
            </a:lvl4pPr>
            <a:lvl5pPr indent="-342900" lvl="4" marL="2286000" algn="l">
              <a:lnSpc>
                <a:spcPct val="90000"/>
              </a:lnSpc>
              <a:spcBef>
                <a:spcPts val="500"/>
              </a:spcBef>
              <a:spcAft>
                <a:spcPts val="0"/>
              </a:spcAft>
              <a:buClr>
                <a:schemeClr val="lt1"/>
              </a:buClr>
              <a:buSzPts val="1800"/>
              <a:buChar char="•"/>
              <a:defRPr>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32"/>
          <p:cNvSpPr txBox="1"/>
          <p:nvPr>
            <p:ph idx="15" type="body"/>
          </p:nvPr>
        </p:nvSpPr>
        <p:spPr>
          <a:xfrm>
            <a:off x="8448500" y="4893727"/>
            <a:ext cx="2733675" cy="540573"/>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171616"/>
              </a:buClr>
              <a:buSzPts val="1400"/>
              <a:buFont typeface="Montserrat"/>
              <a:buNone/>
              <a:defRPr sz="1400">
                <a:solidFill>
                  <a:srgbClr val="171616"/>
                </a:solidFill>
              </a:defRPr>
            </a:lvl1pPr>
            <a:lvl2pPr indent="-381000" lvl="1" marL="914400" algn="l">
              <a:lnSpc>
                <a:spcPct val="90000"/>
              </a:lnSpc>
              <a:spcBef>
                <a:spcPts val="500"/>
              </a:spcBef>
              <a:spcAft>
                <a:spcPts val="0"/>
              </a:spcAft>
              <a:buClr>
                <a:schemeClr val="lt1"/>
              </a:buClr>
              <a:buSzPts val="2400"/>
              <a:buChar char="•"/>
              <a:defRPr>
                <a:solidFill>
                  <a:schemeClr val="lt1"/>
                </a:solidFill>
              </a:defRPr>
            </a:lvl2pPr>
            <a:lvl3pPr indent="-355600" lvl="2" marL="1371600" algn="l">
              <a:lnSpc>
                <a:spcPct val="90000"/>
              </a:lnSpc>
              <a:spcBef>
                <a:spcPts val="500"/>
              </a:spcBef>
              <a:spcAft>
                <a:spcPts val="0"/>
              </a:spcAft>
              <a:buClr>
                <a:schemeClr val="lt1"/>
              </a:buClr>
              <a:buSzPts val="2000"/>
              <a:buChar char="•"/>
              <a:defRPr>
                <a:solidFill>
                  <a:schemeClr val="lt1"/>
                </a:solidFill>
              </a:defRPr>
            </a:lvl3pPr>
            <a:lvl4pPr indent="-342900" lvl="3" marL="1828800" algn="l">
              <a:lnSpc>
                <a:spcPct val="90000"/>
              </a:lnSpc>
              <a:spcBef>
                <a:spcPts val="500"/>
              </a:spcBef>
              <a:spcAft>
                <a:spcPts val="0"/>
              </a:spcAft>
              <a:buClr>
                <a:schemeClr val="lt1"/>
              </a:buClr>
              <a:buSzPts val="1800"/>
              <a:buChar char="•"/>
              <a:defRPr>
                <a:solidFill>
                  <a:schemeClr val="lt1"/>
                </a:solidFill>
              </a:defRPr>
            </a:lvl4pPr>
            <a:lvl5pPr indent="-342900" lvl="4" marL="2286000" algn="l">
              <a:lnSpc>
                <a:spcPct val="90000"/>
              </a:lnSpc>
              <a:spcBef>
                <a:spcPts val="500"/>
              </a:spcBef>
              <a:spcAft>
                <a:spcPts val="0"/>
              </a:spcAft>
              <a:buClr>
                <a:schemeClr val="lt1"/>
              </a:buClr>
              <a:buSzPts val="1800"/>
              <a:buChar char="•"/>
              <a:defRPr>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id="31" name="Google Shape;31;p32"/>
          <p:cNvPicPr preferRelativeResize="0"/>
          <p:nvPr/>
        </p:nvPicPr>
        <p:blipFill rotWithShape="1">
          <a:blip r:embed="rId2">
            <a:alphaModFix/>
          </a:blip>
          <a:srcRect b="0" l="0" r="0" t="0"/>
          <a:stretch/>
        </p:blipFill>
        <p:spPr>
          <a:xfrm>
            <a:off x="9898625" y="326475"/>
            <a:ext cx="1856773" cy="90572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p:cSld name="Two Content">
    <p:spTree>
      <p:nvGrpSpPr>
        <p:cNvPr id="32" name="Shape 32"/>
        <p:cNvGrpSpPr/>
        <p:nvPr/>
      </p:nvGrpSpPr>
      <p:grpSpPr>
        <a:xfrm>
          <a:off x="0" y="0"/>
          <a:ext cx="0" cy="0"/>
          <a:chOff x="0" y="0"/>
          <a:chExt cx="0" cy="0"/>
        </a:xfrm>
      </p:grpSpPr>
      <p:sp>
        <p:nvSpPr>
          <p:cNvPr id="33" name="Google Shape;33;p38"/>
          <p:cNvSpPr txBox="1"/>
          <p:nvPr>
            <p:ph idx="1" type="body"/>
          </p:nvPr>
        </p:nvSpPr>
        <p:spPr>
          <a:xfrm>
            <a:off x="742507" y="1978428"/>
            <a:ext cx="5181600" cy="4019651"/>
          </a:xfrm>
          <a:prstGeom prst="rect">
            <a:avLst/>
          </a:prstGeom>
          <a:noFill/>
          <a:ln>
            <a:noFill/>
          </a:ln>
        </p:spPr>
        <p:txBody>
          <a:bodyPr anchorCtr="0" anchor="t" bIns="45700" lIns="91425" spcFirstLastPara="1" rIns="91425" wrap="square" tIns="45700">
            <a:normAutofit/>
          </a:bodyPr>
          <a:lstStyle>
            <a:lvl1pPr indent="-391160" lvl="0" marL="457200" algn="l">
              <a:lnSpc>
                <a:spcPct val="90000"/>
              </a:lnSpc>
              <a:spcBef>
                <a:spcPts val="1000"/>
              </a:spcBef>
              <a:spcAft>
                <a:spcPts val="0"/>
              </a:spcAft>
              <a:buClr>
                <a:srgbClr val="C00000"/>
              </a:buClr>
              <a:buSzPts val="2560"/>
              <a:buFont typeface="Arial"/>
              <a:buChar char="•"/>
              <a:defRPr sz="1600"/>
            </a:lvl1pPr>
            <a:lvl2pPr indent="-310896" lvl="1" marL="914400" algn="l">
              <a:lnSpc>
                <a:spcPct val="90000"/>
              </a:lnSpc>
              <a:spcBef>
                <a:spcPts val="500"/>
              </a:spcBef>
              <a:spcAft>
                <a:spcPts val="0"/>
              </a:spcAft>
              <a:buClr>
                <a:srgbClr val="C00000"/>
              </a:buClr>
              <a:buSzPts val="1296"/>
              <a:buFont typeface="Arial"/>
              <a:buChar char="•"/>
              <a:defRPr sz="1600"/>
            </a:lvl2pPr>
            <a:lvl3pPr indent="-330200" lvl="2" marL="1371600" algn="l">
              <a:lnSpc>
                <a:spcPct val="90000"/>
              </a:lnSpc>
              <a:spcBef>
                <a:spcPts val="500"/>
              </a:spcBef>
              <a:spcAft>
                <a:spcPts val="0"/>
              </a:spcAft>
              <a:buClr>
                <a:srgbClr val="C00000"/>
              </a:buClr>
              <a:buSzPts val="1600"/>
              <a:buFont typeface="Arial"/>
              <a:buChar char="•"/>
              <a:defRPr sz="1600"/>
            </a:lvl3pPr>
            <a:lvl4pPr indent="-330200" lvl="3" marL="1828800" algn="l">
              <a:lnSpc>
                <a:spcPct val="90000"/>
              </a:lnSpc>
              <a:spcBef>
                <a:spcPts val="500"/>
              </a:spcBef>
              <a:spcAft>
                <a:spcPts val="0"/>
              </a:spcAft>
              <a:buClr>
                <a:srgbClr val="C00000"/>
              </a:buClr>
              <a:buSzPts val="1600"/>
              <a:buFont typeface="Arial"/>
              <a:buChar char="•"/>
              <a:defRPr sz="1600"/>
            </a:lvl4pPr>
            <a:lvl5pPr indent="-330200" lvl="4" marL="2286000" algn="l">
              <a:lnSpc>
                <a:spcPct val="90000"/>
              </a:lnSpc>
              <a:spcBef>
                <a:spcPts val="500"/>
              </a:spcBef>
              <a:spcAft>
                <a:spcPts val="0"/>
              </a:spcAft>
              <a:buClr>
                <a:srgbClr val="C00000"/>
              </a:buClr>
              <a:buSzPts val="1600"/>
              <a:buFont typeface="Arial"/>
              <a:buChar char="•"/>
              <a:defRPr sz="16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id="34" name="Google Shape;34;p38"/>
          <p:cNvPicPr preferRelativeResize="0"/>
          <p:nvPr/>
        </p:nvPicPr>
        <p:blipFill rotWithShape="1">
          <a:blip r:embed="rId2">
            <a:alphaModFix/>
          </a:blip>
          <a:srcRect b="0" l="0" r="0" t="0"/>
          <a:stretch/>
        </p:blipFill>
        <p:spPr>
          <a:xfrm>
            <a:off x="11087100" y="5837237"/>
            <a:ext cx="1104900" cy="1038225"/>
          </a:xfrm>
          <a:prstGeom prst="rect">
            <a:avLst/>
          </a:prstGeom>
          <a:noFill/>
          <a:ln>
            <a:noFill/>
          </a:ln>
        </p:spPr>
      </p:pic>
      <p:pic>
        <p:nvPicPr>
          <p:cNvPr id="35" name="Google Shape;35;p38"/>
          <p:cNvPicPr preferRelativeResize="0"/>
          <p:nvPr/>
        </p:nvPicPr>
        <p:blipFill rotWithShape="1">
          <a:blip r:embed="rId3">
            <a:alphaModFix/>
          </a:blip>
          <a:srcRect b="0" l="0" r="0" t="0"/>
          <a:stretch/>
        </p:blipFill>
        <p:spPr>
          <a:xfrm>
            <a:off x="838200" y="0"/>
            <a:ext cx="2860964" cy="315884"/>
          </a:xfrm>
          <a:prstGeom prst="rect">
            <a:avLst/>
          </a:prstGeom>
          <a:noFill/>
          <a:ln>
            <a:noFill/>
          </a:ln>
        </p:spPr>
      </p:pic>
      <p:sp>
        <p:nvSpPr>
          <p:cNvPr id="36" name="Google Shape;36;p38"/>
          <p:cNvSpPr txBox="1"/>
          <p:nvPr/>
        </p:nvSpPr>
        <p:spPr>
          <a:xfrm>
            <a:off x="11546379" y="6356350"/>
            <a:ext cx="455814" cy="365125"/>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1" i="0" lang="en-US" sz="1200" u="none" cap="none" strike="noStrike">
                <a:solidFill>
                  <a:schemeClr val="lt1"/>
                </a:solidFill>
                <a:latin typeface="Montserrat"/>
                <a:ea typeface="Montserrat"/>
                <a:cs typeface="Montserrat"/>
                <a:sym typeface="Montserrat"/>
              </a:rPr>
              <a:t>‹#›</a:t>
            </a:fld>
            <a:endParaRPr b="1" i="0" sz="1200" u="none" cap="none" strike="noStrike">
              <a:solidFill>
                <a:schemeClr val="lt1"/>
              </a:solidFill>
              <a:latin typeface="Montserrat"/>
              <a:ea typeface="Montserrat"/>
              <a:cs typeface="Montserrat"/>
              <a:sym typeface="Montserrat"/>
            </a:endParaRPr>
          </a:p>
        </p:txBody>
      </p:sp>
      <p:sp>
        <p:nvSpPr>
          <p:cNvPr id="37" name="Google Shape;37;p38"/>
          <p:cNvSpPr txBox="1"/>
          <p:nvPr>
            <p:ph idx="2" type="body"/>
          </p:nvPr>
        </p:nvSpPr>
        <p:spPr>
          <a:xfrm>
            <a:off x="6267893" y="1978428"/>
            <a:ext cx="5181600" cy="4019652"/>
          </a:xfrm>
          <a:prstGeom prst="rect">
            <a:avLst/>
          </a:prstGeom>
          <a:noFill/>
          <a:ln>
            <a:noFill/>
          </a:ln>
        </p:spPr>
        <p:txBody>
          <a:bodyPr anchorCtr="0" anchor="t" bIns="45700" lIns="91425" spcFirstLastPara="1" rIns="91425" wrap="square" tIns="45700">
            <a:normAutofit/>
          </a:bodyPr>
          <a:lstStyle>
            <a:lvl1pPr indent="-391160" lvl="0" marL="457200" algn="l">
              <a:lnSpc>
                <a:spcPct val="90000"/>
              </a:lnSpc>
              <a:spcBef>
                <a:spcPts val="1000"/>
              </a:spcBef>
              <a:spcAft>
                <a:spcPts val="0"/>
              </a:spcAft>
              <a:buClr>
                <a:srgbClr val="C00000"/>
              </a:buClr>
              <a:buSzPts val="2560"/>
              <a:buFont typeface="Arial"/>
              <a:buChar char="•"/>
              <a:defRPr sz="1600"/>
            </a:lvl1pPr>
            <a:lvl2pPr indent="-310896" lvl="1" marL="914400" algn="l">
              <a:lnSpc>
                <a:spcPct val="90000"/>
              </a:lnSpc>
              <a:spcBef>
                <a:spcPts val="500"/>
              </a:spcBef>
              <a:spcAft>
                <a:spcPts val="0"/>
              </a:spcAft>
              <a:buClr>
                <a:srgbClr val="C00000"/>
              </a:buClr>
              <a:buSzPts val="1296"/>
              <a:buFont typeface="Arial"/>
              <a:buChar char="•"/>
              <a:defRPr sz="1600"/>
            </a:lvl2pPr>
            <a:lvl3pPr indent="-330200" lvl="2" marL="1371600" algn="l">
              <a:lnSpc>
                <a:spcPct val="90000"/>
              </a:lnSpc>
              <a:spcBef>
                <a:spcPts val="500"/>
              </a:spcBef>
              <a:spcAft>
                <a:spcPts val="0"/>
              </a:spcAft>
              <a:buClr>
                <a:srgbClr val="C00000"/>
              </a:buClr>
              <a:buSzPts val="1600"/>
              <a:buFont typeface="Arial"/>
              <a:buChar char="•"/>
              <a:defRPr sz="1600"/>
            </a:lvl3pPr>
            <a:lvl4pPr indent="-330200" lvl="3" marL="1828800" algn="l">
              <a:lnSpc>
                <a:spcPct val="90000"/>
              </a:lnSpc>
              <a:spcBef>
                <a:spcPts val="500"/>
              </a:spcBef>
              <a:spcAft>
                <a:spcPts val="0"/>
              </a:spcAft>
              <a:buClr>
                <a:srgbClr val="C00000"/>
              </a:buClr>
              <a:buSzPts val="1600"/>
              <a:buFont typeface="Arial"/>
              <a:buChar char="•"/>
              <a:defRPr sz="1600"/>
            </a:lvl4pPr>
            <a:lvl5pPr indent="-330200" lvl="4" marL="2286000" algn="l">
              <a:lnSpc>
                <a:spcPct val="90000"/>
              </a:lnSpc>
              <a:spcBef>
                <a:spcPts val="500"/>
              </a:spcBef>
              <a:spcAft>
                <a:spcPts val="0"/>
              </a:spcAft>
              <a:buClr>
                <a:srgbClr val="C00000"/>
              </a:buClr>
              <a:buSzPts val="1600"/>
              <a:buFont typeface="Arial"/>
              <a:buChar char="•"/>
              <a:defRPr sz="16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8" name="Google Shape;38;p38"/>
          <p:cNvSpPr txBox="1"/>
          <p:nvPr>
            <p:ph type="title"/>
          </p:nvPr>
        </p:nvSpPr>
        <p:spPr>
          <a:xfrm>
            <a:off x="838200" y="509145"/>
            <a:ext cx="8463742" cy="945588"/>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BE2727"/>
              </a:buClr>
              <a:buSzPts val="2800"/>
              <a:buFont typeface="Montserrat ExtraBold"/>
              <a:buNone/>
              <a:defRPr b="1" sz="2800">
                <a:solidFill>
                  <a:srgbClr val="BE2727"/>
                </a:solidFill>
                <a:latin typeface="Montserrat ExtraBold"/>
                <a:ea typeface="Montserrat ExtraBold"/>
                <a:cs typeface="Montserrat ExtraBold"/>
                <a:sym typeface="Montserrat ExtraBold"/>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39" name="Google Shape;39;p38"/>
          <p:cNvPicPr preferRelativeResize="0"/>
          <p:nvPr/>
        </p:nvPicPr>
        <p:blipFill rotWithShape="1">
          <a:blip r:embed="rId4">
            <a:alphaModFix/>
          </a:blip>
          <a:srcRect b="0" l="0" r="0" t="0"/>
          <a:stretch/>
        </p:blipFill>
        <p:spPr>
          <a:xfrm>
            <a:off x="9898625" y="326475"/>
            <a:ext cx="1856773" cy="90572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ustom Layout">
  <p:cSld name="1_Custom Layout">
    <p:spTree>
      <p:nvGrpSpPr>
        <p:cNvPr id="40" name="Shape 40"/>
        <p:cNvGrpSpPr/>
        <p:nvPr/>
      </p:nvGrpSpPr>
      <p:grpSpPr>
        <a:xfrm>
          <a:off x="0" y="0"/>
          <a:ext cx="0" cy="0"/>
          <a:chOff x="0" y="0"/>
          <a:chExt cx="0" cy="0"/>
        </a:xfrm>
      </p:grpSpPr>
      <p:pic>
        <p:nvPicPr>
          <p:cNvPr id="41" name="Google Shape;41;p34"/>
          <p:cNvPicPr preferRelativeResize="0"/>
          <p:nvPr/>
        </p:nvPicPr>
        <p:blipFill rotWithShape="1">
          <a:blip r:embed="rId2">
            <a:alphaModFix/>
          </a:blip>
          <a:srcRect b="0" l="0" r="0" t="0"/>
          <a:stretch/>
        </p:blipFill>
        <p:spPr>
          <a:xfrm>
            <a:off x="559185" y="0"/>
            <a:ext cx="2860964" cy="315884"/>
          </a:xfrm>
          <a:prstGeom prst="rect">
            <a:avLst/>
          </a:prstGeom>
          <a:noFill/>
          <a:ln>
            <a:noFill/>
          </a:ln>
        </p:spPr>
      </p:pic>
      <p:sp>
        <p:nvSpPr>
          <p:cNvPr id="42" name="Google Shape;42;p34"/>
          <p:cNvSpPr txBox="1"/>
          <p:nvPr>
            <p:ph type="ctrTitle"/>
          </p:nvPr>
        </p:nvSpPr>
        <p:spPr>
          <a:xfrm>
            <a:off x="1697669" y="3351966"/>
            <a:ext cx="7200000" cy="1080000"/>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rgbClr val="000000"/>
              </a:buClr>
              <a:buSzPts val="4000"/>
              <a:buFont typeface="Montserrat ExtraBold"/>
              <a:buNone/>
              <a:defRPr sz="4000">
                <a:solidFill>
                  <a:srgbClr val="000000"/>
                </a:solidFill>
                <a:latin typeface="Montserrat ExtraBold"/>
                <a:ea typeface="Montserrat ExtraBold"/>
                <a:cs typeface="Montserrat ExtraBold"/>
                <a:sym typeface="Montserrat ExtraBold"/>
              </a:defRPr>
            </a:lvl1pPr>
            <a:lvl2pPr lvl="1" algn="ctr">
              <a:lnSpc>
                <a:spcPct val="100000"/>
              </a:lnSpc>
              <a:spcBef>
                <a:spcPts val="0"/>
              </a:spcBef>
              <a:spcAft>
                <a:spcPts val="0"/>
              </a:spcAft>
              <a:buClr>
                <a:srgbClr val="000000"/>
              </a:buClr>
              <a:buSzPts val="5200"/>
              <a:buNone/>
              <a:defRPr sz="5200">
                <a:solidFill>
                  <a:srgbClr val="000000"/>
                </a:solidFill>
              </a:defRPr>
            </a:lvl2pPr>
            <a:lvl3pPr lvl="2" algn="ctr">
              <a:lnSpc>
                <a:spcPct val="100000"/>
              </a:lnSpc>
              <a:spcBef>
                <a:spcPts val="0"/>
              </a:spcBef>
              <a:spcAft>
                <a:spcPts val="0"/>
              </a:spcAft>
              <a:buClr>
                <a:srgbClr val="000000"/>
              </a:buClr>
              <a:buSzPts val="5200"/>
              <a:buNone/>
              <a:defRPr sz="5200">
                <a:solidFill>
                  <a:srgbClr val="000000"/>
                </a:solidFill>
              </a:defRPr>
            </a:lvl3pPr>
            <a:lvl4pPr lvl="3" algn="ctr">
              <a:lnSpc>
                <a:spcPct val="100000"/>
              </a:lnSpc>
              <a:spcBef>
                <a:spcPts val="0"/>
              </a:spcBef>
              <a:spcAft>
                <a:spcPts val="0"/>
              </a:spcAft>
              <a:buClr>
                <a:srgbClr val="000000"/>
              </a:buClr>
              <a:buSzPts val="5200"/>
              <a:buNone/>
              <a:defRPr sz="5200">
                <a:solidFill>
                  <a:srgbClr val="000000"/>
                </a:solidFill>
              </a:defRPr>
            </a:lvl4pPr>
            <a:lvl5pPr lvl="4" algn="ctr">
              <a:lnSpc>
                <a:spcPct val="100000"/>
              </a:lnSpc>
              <a:spcBef>
                <a:spcPts val="0"/>
              </a:spcBef>
              <a:spcAft>
                <a:spcPts val="0"/>
              </a:spcAft>
              <a:buClr>
                <a:srgbClr val="000000"/>
              </a:buClr>
              <a:buSzPts val="5200"/>
              <a:buNone/>
              <a:defRPr sz="5200">
                <a:solidFill>
                  <a:srgbClr val="000000"/>
                </a:solidFill>
              </a:defRPr>
            </a:lvl5pPr>
            <a:lvl6pPr lvl="5" algn="ctr">
              <a:lnSpc>
                <a:spcPct val="100000"/>
              </a:lnSpc>
              <a:spcBef>
                <a:spcPts val="0"/>
              </a:spcBef>
              <a:spcAft>
                <a:spcPts val="0"/>
              </a:spcAft>
              <a:buClr>
                <a:srgbClr val="000000"/>
              </a:buClr>
              <a:buSzPts val="5200"/>
              <a:buNone/>
              <a:defRPr sz="5200">
                <a:solidFill>
                  <a:srgbClr val="000000"/>
                </a:solidFill>
              </a:defRPr>
            </a:lvl6pPr>
            <a:lvl7pPr lvl="6" algn="ctr">
              <a:lnSpc>
                <a:spcPct val="100000"/>
              </a:lnSpc>
              <a:spcBef>
                <a:spcPts val="0"/>
              </a:spcBef>
              <a:spcAft>
                <a:spcPts val="0"/>
              </a:spcAft>
              <a:buClr>
                <a:srgbClr val="000000"/>
              </a:buClr>
              <a:buSzPts val="5200"/>
              <a:buNone/>
              <a:defRPr sz="5200">
                <a:solidFill>
                  <a:srgbClr val="000000"/>
                </a:solidFill>
              </a:defRPr>
            </a:lvl7pPr>
            <a:lvl8pPr lvl="7" algn="ctr">
              <a:lnSpc>
                <a:spcPct val="100000"/>
              </a:lnSpc>
              <a:spcBef>
                <a:spcPts val="0"/>
              </a:spcBef>
              <a:spcAft>
                <a:spcPts val="0"/>
              </a:spcAft>
              <a:buClr>
                <a:srgbClr val="000000"/>
              </a:buClr>
              <a:buSzPts val="5200"/>
              <a:buNone/>
              <a:defRPr sz="5200">
                <a:solidFill>
                  <a:srgbClr val="000000"/>
                </a:solidFill>
              </a:defRPr>
            </a:lvl8pPr>
            <a:lvl9pPr lvl="8" algn="ctr">
              <a:lnSpc>
                <a:spcPct val="100000"/>
              </a:lnSpc>
              <a:spcBef>
                <a:spcPts val="0"/>
              </a:spcBef>
              <a:spcAft>
                <a:spcPts val="0"/>
              </a:spcAft>
              <a:buClr>
                <a:srgbClr val="000000"/>
              </a:buClr>
              <a:buSzPts val="5200"/>
              <a:buNone/>
              <a:defRPr sz="5200">
                <a:solidFill>
                  <a:srgbClr val="000000"/>
                </a:solidFill>
              </a:defRPr>
            </a:lvl9pPr>
          </a:lstStyle>
          <a:p/>
        </p:txBody>
      </p:sp>
      <p:sp>
        <p:nvSpPr>
          <p:cNvPr id="43" name="Google Shape;43;p34"/>
          <p:cNvSpPr txBox="1"/>
          <p:nvPr>
            <p:ph idx="1" type="subTitle"/>
          </p:nvPr>
        </p:nvSpPr>
        <p:spPr>
          <a:xfrm>
            <a:off x="1697669" y="4071966"/>
            <a:ext cx="5041797" cy="360000"/>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rgbClr val="AEABAB"/>
              </a:buClr>
              <a:buSzPts val="2800"/>
              <a:buNone/>
              <a:defRPr>
                <a:solidFill>
                  <a:srgbClr val="AEABAB"/>
                </a:solidFill>
                <a:latin typeface="Montserrat Medium"/>
                <a:ea typeface="Montserrat Medium"/>
                <a:cs typeface="Montserrat Medium"/>
                <a:sym typeface="Montserrat Medium"/>
              </a:defRPr>
            </a:lvl1pPr>
            <a:lvl2pPr lvl="1" algn="l">
              <a:lnSpc>
                <a:spcPct val="90000"/>
              </a:lnSpc>
              <a:spcBef>
                <a:spcPts val="1600"/>
              </a:spcBef>
              <a:spcAft>
                <a:spcPts val="0"/>
              </a:spcAft>
              <a:buClr>
                <a:schemeClr val="dk1"/>
              </a:buClr>
              <a:buSzPts val="2400"/>
              <a:buNone/>
              <a:defRPr/>
            </a:lvl2pPr>
            <a:lvl3pPr lvl="2" algn="l">
              <a:lnSpc>
                <a:spcPct val="90000"/>
              </a:lnSpc>
              <a:spcBef>
                <a:spcPts val="1600"/>
              </a:spcBef>
              <a:spcAft>
                <a:spcPts val="0"/>
              </a:spcAft>
              <a:buClr>
                <a:schemeClr val="dk1"/>
              </a:buClr>
              <a:buSzPts val="2000"/>
              <a:buNone/>
              <a:defRPr/>
            </a:lvl3pPr>
            <a:lvl4pPr lvl="3" algn="l">
              <a:lnSpc>
                <a:spcPct val="90000"/>
              </a:lnSpc>
              <a:spcBef>
                <a:spcPts val="1600"/>
              </a:spcBef>
              <a:spcAft>
                <a:spcPts val="0"/>
              </a:spcAft>
              <a:buClr>
                <a:schemeClr val="dk1"/>
              </a:buClr>
              <a:buSzPts val="1800"/>
              <a:buNone/>
              <a:defRPr/>
            </a:lvl4pPr>
            <a:lvl5pPr lvl="4" algn="l">
              <a:lnSpc>
                <a:spcPct val="90000"/>
              </a:lnSpc>
              <a:spcBef>
                <a:spcPts val="1600"/>
              </a:spcBef>
              <a:spcAft>
                <a:spcPts val="0"/>
              </a:spcAft>
              <a:buClr>
                <a:schemeClr val="dk1"/>
              </a:buClr>
              <a:buSzPts val="1800"/>
              <a:buNone/>
              <a:defRPr/>
            </a:lvl5pPr>
            <a:lvl6pPr lvl="5" algn="l">
              <a:lnSpc>
                <a:spcPct val="90000"/>
              </a:lnSpc>
              <a:spcBef>
                <a:spcPts val="1600"/>
              </a:spcBef>
              <a:spcAft>
                <a:spcPts val="0"/>
              </a:spcAft>
              <a:buClr>
                <a:schemeClr val="dk1"/>
              </a:buClr>
              <a:buSzPts val="1800"/>
              <a:buNone/>
              <a:defRPr/>
            </a:lvl6pPr>
            <a:lvl7pPr lvl="6" algn="l">
              <a:lnSpc>
                <a:spcPct val="90000"/>
              </a:lnSpc>
              <a:spcBef>
                <a:spcPts val="1600"/>
              </a:spcBef>
              <a:spcAft>
                <a:spcPts val="0"/>
              </a:spcAft>
              <a:buClr>
                <a:schemeClr val="dk1"/>
              </a:buClr>
              <a:buSzPts val="1800"/>
              <a:buNone/>
              <a:defRPr/>
            </a:lvl7pPr>
            <a:lvl8pPr lvl="7" algn="l">
              <a:lnSpc>
                <a:spcPct val="90000"/>
              </a:lnSpc>
              <a:spcBef>
                <a:spcPts val="1600"/>
              </a:spcBef>
              <a:spcAft>
                <a:spcPts val="0"/>
              </a:spcAft>
              <a:buClr>
                <a:schemeClr val="dk1"/>
              </a:buClr>
              <a:buSzPts val="1800"/>
              <a:buNone/>
              <a:defRPr/>
            </a:lvl8pPr>
            <a:lvl9pPr lvl="8" algn="l">
              <a:lnSpc>
                <a:spcPct val="90000"/>
              </a:lnSpc>
              <a:spcBef>
                <a:spcPts val="1600"/>
              </a:spcBef>
              <a:spcAft>
                <a:spcPts val="1600"/>
              </a:spcAft>
              <a:buClr>
                <a:schemeClr val="dk1"/>
              </a:buClr>
              <a:buSzPts val="1800"/>
              <a:buNone/>
              <a:defRPr/>
            </a:lvl9pPr>
          </a:lstStyle>
          <a:p/>
        </p:txBody>
      </p:sp>
      <p:pic>
        <p:nvPicPr>
          <p:cNvPr id="44" name="Google Shape;44;p34"/>
          <p:cNvPicPr preferRelativeResize="0"/>
          <p:nvPr/>
        </p:nvPicPr>
        <p:blipFill rotWithShape="1">
          <a:blip r:embed="rId3">
            <a:alphaModFix/>
          </a:blip>
          <a:srcRect b="0" l="0" r="0" t="0"/>
          <a:stretch/>
        </p:blipFill>
        <p:spPr>
          <a:xfrm>
            <a:off x="9349810" y="1223962"/>
            <a:ext cx="4438650" cy="4410075"/>
          </a:xfrm>
          <a:prstGeom prst="rect">
            <a:avLst/>
          </a:prstGeom>
          <a:noFill/>
          <a:ln>
            <a:noFill/>
          </a:ln>
        </p:spPr>
      </p:pic>
      <p:sp>
        <p:nvSpPr>
          <p:cNvPr id="45" name="Google Shape;45;p34"/>
          <p:cNvSpPr/>
          <p:nvPr/>
        </p:nvSpPr>
        <p:spPr>
          <a:xfrm rot="5400000">
            <a:off x="-307571" y="2821864"/>
            <a:ext cx="1446414" cy="831272"/>
          </a:xfrm>
          <a:prstGeom prst="triangle">
            <a:avLst>
              <a:gd fmla="val 50000" name="adj"/>
            </a:avLst>
          </a:prstGeom>
          <a:solidFill>
            <a:srgbClr val="BE272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ontserrat"/>
              <a:ea typeface="Montserrat"/>
              <a:cs typeface="Montserrat"/>
              <a:sym typeface="Montserrat"/>
            </a:endParaRPr>
          </a:p>
        </p:txBody>
      </p:sp>
      <p:sp>
        <p:nvSpPr>
          <p:cNvPr id="46" name="Google Shape;46;p34"/>
          <p:cNvSpPr txBox="1"/>
          <p:nvPr>
            <p:ph idx="2" type="body"/>
          </p:nvPr>
        </p:nvSpPr>
        <p:spPr>
          <a:xfrm>
            <a:off x="1562203" y="1974293"/>
            <a:ext cx="2978527" cy="10800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rgbClr val="C00000"/>
              </a:buClr>
              <a:buSzPts val="9600"/>
              <a:buNone/>
              <a:defRPr b="0" sz="9600">
                <a:solidFill>
                  <a:srgbClr val="C00000"/>
                </a:solidFill>
                <a:latin typeface="Montserrat ExtraBold"/>
                <a:ea typeface="Montserrat ExtraBold"/>
                <a:cs typeface="Montserrat ExtraBold"/>
                <a:sym typeface="Montserrat ExtraBold"/>
              </a:defRPr>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pic>
        <p:nvPicPr>
          <p:cNvPr id="47" name="Google Shape;47;p34"/>
          <p:cNvPicPr preferRelativeResize="0"/>
          <p:nvPr/>
        </p:nvPicPr>
        <p:blipFill rotWithShape="1">
          <a:blip r:embed="rId4">
            <a:alphaModFix/>
          </a:blip>
          <a:srcRect b="0" l="0" r="0" t="0"/>
          <a:stretch/>
        </p:blipFill>
        <p:spPr>
          <a:xfrm>
            <a:off x="4855325" y="5268225"/>
            <a:ext cx="2040576" cy="99537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spTree>
      <p:nvGrpSpPr>
        <p:cNvPr id="48" name="Shape 48"/>
        <p:cNvGrpSpPr/>
        <p:nvPr/>
      </p:nvGrpSpPr>
      <p:grpSpPr>
        <a:xfrm>
          <a:off x="0" y="0"/>
          <a:ext cx="0" cy="0"/>
          <a:chOff x="0" y="0"/>
          <a:chExt cx="0" cy="0"/>
        </a:xfrm>
      </p:grpSpPr>
      <p:sp>
        <p:nvSpPr>
          <p:cNvPr id="49" name="Google Shape;49;p35"/>
          <p:cNvSpPr txBox="1"/>
          <p:nvPr>
            <p:ph type="title"/>
          </p:nvPr>
        </p:nvSpPr>
        <p:spPr>
          <a:xfrm>
            <a:off x="1974966" y="2521987"/>
            <a:ext cx="8076353" cy="1325563"/>
          </a:xfrm>
          <a:prstGeom prst="rect">
            <a:avLst/>
          </a:prstGeom>
          <a:noFill/>
          <a:ln>
            <a:noFill/>
          </a:ln>
        </p:spPr>
        <p:txBody>
          <a:bodyPr anchorCtr="0" anchor="ctr" bIns="45700" lIns="91425" spcFirstLastPara="1" rIns="91425" wrap="square" tIns="45700">
            <a:noAutofit/>
          </a:bodyPr>
          <a:lstStyle>
            <a:lvl1pPr lvl="0" algn="ctr">
              <a:lnSpc>
                <a:spcPct val="90000"/>
              </a:lnSpc>
              <a:spcBef>
                <a:spcPts val="0"/>
              </a:spcBef>
              <a:spcAft>
                <a:spcPts val="0"/>
              </a:spcAft>
              <a:buClr>
                <a:srgbClr val="C00000"/>
              </a:buClr>
              <a:buSzPts val="6000"/>
              <a:buFont typeface="Montserrat Black"/>
              <a:buNone/>
              <a:defRPr b="1" sz="6000">
                <a:solidFill>
                  <a:srgbClr val="C00000"/>
                </a:solidFill>
                <a:latin typeface="Montserrat Black"/>
                <a:ea typeface="Montserrat Black"/>
                <a:cs typeface="Montserrat Black"/>
                <a:sym typeface="Montserrat Black"/>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50" name="Google Shape;50;p35"/>
          <p:cNvPicPr preferRelativeResize="0"/>
          <p:nvPr/>
        </p:nvPicPr>
        <p:blipFill rotWithShape="1">
          <a:blip r:embed="rId2">
            <a:alphaModFix/>
          </a:blip>
          <a:srcRect b="0" l="0" r="0" t="0"/>
          <a:stretch/>
        </p:blipFill>
        <p:spPr>
          <a:xfrm>
            <a:off x="559185" y="0"/>
            <a:ext cx="2860964" cy="315884"/>
          </a:xfrm>
          <a:prstGeom prst="rect">
            <a:avLst/>
          </a:prstGeom>
          <a:noFill/>
          <a:ln>
            <a:noFill/>
          </a:ln>
        </p:spPr>
      </p:pic>
      <p:sp>
        <p:nvSpPr>
          <p:cNvPr id="51" name="Google Shape;51;p35"/>
          <p:cNvSpPr txBox="1"/>
          <p:nvPr>
            <p:ph idx="1" type="body"/>
          </p:nvPr>
        </p:nvSpPr>
        <p:spPr>
          <a:xfrm>
            <a:off x="1989667" y="3847550"/>
            <a:ext cx="8076353" cy="3811588"/>
          </a:xfrm>
          <a:prstGeom prst="rect">
            <a:avLst/>
          </a:prstGeom>
          <a:noFill/>
          <a:ln>
            <a:noFill/>
          </a:ln>
        </p:spPr>
        <p:txBody>
          <a:bodyPr anchorCtr="0" anchor="t" bIns="45700" lIns="91425" spcFirstLastPara="1" rIns="91425" wrap="square" tIns="45700">
            <a:normAutofit/>
          </a:bodyPr>
          <a:lstStyle>
            <a:lvl1pPr indent="-228600" lvl="0" marL="457200" algn="ctr">
              <a:lnSpc>
                <a:spcPct val="90000"/>
              </a:lnSpc>
              <a:spcBef>
                <a:spcPts val="1000"/>
              </a:spcBef>
              <a:spcAft>
                <a:spcPts val="0"/>
              </a:spcAft>
              <a:buClr>
                <a:srgbClr val="3F3F3F"/>
              </a:buClr>
              <a:buSzPts val="3200"/>
              <a:buNone/>
              <a:defRPr sz="3200">
                <a:solidFill>
                  <a:srgbClr val="3F3F3F"/>
                </a:solidFill>
              </a:defRPr>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2" name="Google Shape;52;p35"/>
          <p:cNvSpPr/>
          <p:nvPr/>
        </p:nvSpPr>
        <p:spPr>
          <a:xfrm rot="10800000">
            <a:off x="5289935" y="1559948"/>
            <a:ext cx="1446414" cy="831272"/>
          </a:xfrm>
          <a:prstGeom prst="triangle">
            <a:avLst>
              <a:gd fmla="val 50000" name="adj"/>
            </a:avLst>
          </a:prstGeom>
          <a:solidFill>
            <a:srgbClr val="BE272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ontserrat"/>
              <a:ea typeface="Montserrat"/>
              <a:cs typeface="Montserrat"/>
              <a:sym typeface="Montserrat"/>
            </a:endParaRPr>
          </a:p>
        </p:txBody>
      </p:sp>
      <p:pic>
        <p:nvPicPr>
          <p:cNvPr id="53" name="Google Shape;53;p35"/>
          <p:cNvPicPr preferRelativeResize="0"/>
          <p:nvPr/>
        </p:nvPicPr>
        <p:blipFill rotWithShape="1">
          <a:blip r:embed="rId3">
            <a:alphaModFix/>
          </a:blip>
          <a:srcRect b="0" l="0" r="0" t="0"/>
          <a:stretch/>
        </p:blipFill>
        <p:spPr>
          <a:xfrm>
            <a:off x="5142013" y="5255650"/>
            <a:ext cx="2040576" cy="995376"/>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pic>
        <p:nvPicPr>
          <p:cNvPr id="55" name="Google Shape;55;p36"/>
          <p:cNvPicPr preferRelativeResize="0"/>
          <p:nvPr/>
        </p:nvPicPr>
        <p:blipFill rotWithShape="1">
          <a:blip r:embed="rId2">
            <a:alphaModFix/>
          </a:blip>
          <a:srcRect b="0" l="0" r="0" t="0"/>
          <a:stretch/>
        </p:blipFill>
        <p:spPr>
          <a:xfrm>
            <a:off x="838200" y="0"/>
            <a:ext cx="2860964" cy="315884"/>
          </a:xfrm>
          <a:prstGeom prst="rect">
            <a:avLst/>
          </a:prstGeom>
          <a:noFill/>
          <a:ln>
            <a:noFill/>
          </a:ln>
        </p:spPr>
      </p:pic>
      <p:pic>
        <p:nvPicPr>
          <p:cNvPr id="56" name="Google Shape;56;p36"/>
          <p:cNvPicPr preferRelativeResize="0"/>
          <p:nvPr/>
        </p:nvPicPr>
        <p:blipFill rotWithShape="1">
          <a:blip r:embed="rId3">
            <a:alphaModFix/>
          </a:blip>
          <a:srcRect b="0" l="0" r="0" t="0"/>
          <a:stretch/>
        </p:blipFill>
        <p:spPr>
          <a:xfrm>
            <a:off x="11087100" y="5837237"/>
            <a:ext cx="1104900" cy="1038225"/>
          </a:xfrm>
          <a:prstGeom prst="rect">
            <a:avLst/>
          </a:prstGeom>
          <a:noFill/>
          <a:ln>
            <a:noFill/>
          </a:ln>
        </p:spPr>
      </p:pic>
      <p:sp>
        <p:nvSpPr>
          <p:cNvPr id="57" name="Google Shape;57;p36"/>
          <p:cNvSpPr txBox="1"/>
          <p:nvPr/>
        </p:nvSpPr>
        <p:spPr>
          <a:xfrm>
            <a:off x="11546379" y="6356350"/>
            <a:ext cx="455814" cy="365125"/>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1" i="0" lang="en-US" sz="1200" u="none" cap="none" strike="noStrike">
                <a:solidFill>
                  <a:schemeClr val="lt1"/>
                </a:solidFill>
                <a:latin typeface="Montserrat"/>
                <a:ea typeface="Montserrat"/>
                <a:cs typeface="Montserrat"/>
                <a:sym typeface="Montserrat"/>
              </a:rPr>
              <a:t>‹#›</a:t>
            </a:fld>
            <a:endParaRPr b="1" i="0" sz="1200" u="none" cap="none" strike="noStrike">
              <a:solidFill>
                <a:schemeClr val="lt1"/>
              </a:solidFill>
              <a:latin typeface="Montserrat"/>
              <a:ea typeface="Montserrat"/>
              <a:cs typeface="Montserrat"/>
              <a:sym typeface="Montserrat"/>
            </a:endParaRPr>
          </a:p>
        </p:txBody>
      </p:sp>
      <p:sp>
        <p:nvSpPr>
          <p:cNvPr id="58" name="Google Shape;58;p36"/>
          <p:cNvSpPr txBox="1"/>
          <p:nvPr>
            <p:ph type="title"/>
          </p:nvPr>
        </p:nvSpPr>
        <p:spPr>
          <a:xfrm>
            <a:off x="838200" y="509145"/>
            <a:ext cx="8463742" cy="945588"/>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BE2727"/>
              </a:buClr>
              <a:buSzPts val="2800"/>
              <a:buFont typeface="Montserrat ExtraBold"/>
              <a:buNone/>
              <a:defRPr b="1" sz="2800">
                <a:solidFill>
                  <a:srgbClr val="BE2727"/>
                </a:solidFill>
                <a:latin typeface="Montserrat ExtraBold"/>
                <a:ea typeface="Montserrat ExtraBold"/>
                <a:cs typeface="Montserrat ExtraBold"/>
                <a:sym typeface="Montserrat ExtraBold"/>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59" name="Google Shape;59;p36"/>
          <p:cNvPicPr preferRelativeResize="0"/>
          <p:nvPr/>
        </p:nvPicPr>
        <p:blipFill rotWithShape="1">
          <a:blip r:embed="rId4">
            <a:alphaModFix/>
          </a:blip>
          <a:srcRect b="0" l="0" r="0" t="0"/>
          <a:stretch/>
        </p:blipFill>
        <p:spPr>
          <a:xfrm>
            <a:off x="9898625" y="326475"/>
            <a:ext cx="1856773" cy="905726"/>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ontent with Caption">
  <p:cSld name="2_Content with Caption">
    <p:spTree>
      <p:nvGrpSpPr>
        <p:cNvPr id="60" name="Shape 60"/>
        <p:cNvGrpSpPr/>
        <p:nvPr/>
      </p:nvGrpSpPr>
      <p:grpSpPr>
        <a:xfrm>
          <a:off x="0" y="0"/>
          <a:ext cx="0" cy="0"/>
          <a:chOff x="0" y="0"/>
          <a:chExt cx="0" cy="0"/>
        </a:xfrm>
      </p:grpSpPr>
      <p:sp>
        <p:nvSpPr>
          <p:cNvPr id="61" name="Google Shape;61;p37"/>
          <p:cNvSpPr txBox="1"/>
          <p:nvPr>
            <p:ph idx="1" type="body"/>
          </p:nvPr>
        </p:nvSpPr>
        <p:spPr>
          <a:xfrm>
            <a:off x="3818313" y="3901864"/>
            <a:ext cx="4555374" cy="2169621"/>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7F7F7F"/>
              </a:buClr>
              <a:buSzPts val="1200"/>
              <a:buNone/>
              <a:defRPr sz="1200">
                <a:solidFill>
                  <a:srgbClr val="7F7F7F"/>
                </a:solidFill>
              </a:defRPr>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pic>
        <p:nvPicPr>
          <p:cNvPr id="62" name="Google Shape;62;p37"/>
          <p:cNvPicPr preferRelativeResize="0"/>
          <p:nvPr/>
        </p:nvPicPr>
        <p:blipFill rotWithShape="1">
          <a:blip r:embed="rId2">
            <a:alphaModFix/>
          </a:blip>
          <a:srcRect b="0" l="0" r="0" t="0"/>
          <a:stretch/>
        </p:blipFill>
        <p:spPr>
          <a:xfrm>
            <a:off x="838200" y="0"/>
            <a:ext cx="2860964" cy="315884"/>
          </a:xfrm>
          <a:prstGeom prst="rect">
            <a:avLst/>
          </a:prstGeom>
          <a:noFill/>
          <a:ln>
            <a:noFill/>
          </a:ln>
        </p:spPr>
      </p:pic>
      <p:pic>
        <p:nvPicPr>
          <p:cNvPr id="63" name="Google Shape;63;p37"/>
          <p:cNvPicPr preferRelativeResize="0"/>
          <p:nvPr/>
        </p:nvPicPr>
        <p:blipFill rotWithShape="1">
          <a:blip r:embed="rId3">
            <a:alphaModFix/>
          </a:blip>
          <a:srcRect b="0" l="0" r="0" t="0"/>
          <a:stretch/>
        </p:blipFill>
        <p:spPr>
          <a:xfrm>
            <a:off x="11087100" y="5837237"/>
            <a:ext cx="1104900" cy="1038225"/>
          </a:xfrm>
          <a:prstGeom prst="rect">
            <a:avLst/>
          </a:prstGeom>
          <a:noFill/>
          <a:ln>
            <a:noFill/>
          </a:ln>
        </p:spPr>
      </p:pic>
      <p:sp>
        <p:nvSpPr>
          <p:cNvPr id="64" name="Google Shape;64;p37"/>
          <p:cNvSpPr txBox="1"/>
          <p:nvPr/>
        </p:nvSpPr>
        <p:spPr>
          <a:xfrm>
            <a:off x="11546379" y="6356350"/>
            <a:ext cx="455814" cy="365125"/>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1" i="0" lang="en-US" sz="1200" u="none" cap="none" strike="noStrike">
                <a:solidFill>
                  <a:schemeClr val="lt1"/>
                </a:solidFill>
                <a:latin typeface="Montserrat"/>
                <a:ea typeface="Montserrat"/>
                <a:cs typeface="Montserrat"/>
                <a:sym typeface="Montserrat"/>
              </a:rPr>
              <a:t>‹#›</a:t>
            </a:fld>
            <a:endParaRPr b="1" i="0" sz="1200" u="none" cap="none" strike="noStrike">
              <a:solidFill>
                <a:schemeClr val="lt1"/>
              </a:solidFill>
              <a:latin typeface="Montserrat"/>
              <a:ea typeface="Montserrat"/>
              <a:cs typeface="Montserrat"/>
              <a:sym typeface="Montserrat"/>
            </a:endParaRPr>
          </a:p>
        </p:txBody>
      </p:sp>
      <p:sp>
        <p:nvSpPr>
          <p:cNvPr id="65" name="Google Shape;65;p37"/>
          <p:cNvSpPr txBox="1"/>
          <p:nvPr>
            <p:ph idx="2" type="body"/>
          </p:nvPr>
        </p:nvSpPr>
        <p:spPr>
          <a:xfrm>
            <a:off x="803764" y="834017"/>
            <a:ext cx="2978527" cy="2030892"/>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rgbClr val="C00000"/>
              </a:buClr>
              <a:buSzPts val="3200"/>
              <a:buNone/>
              <a:defRPr b="0" sz="3200">
                <a:solidFill>
                  <a:srgbClr val="C00000"/>
                </a:solidFill>
                <a:latin typeface="Montserrat ExtraBold"/>
                <a:ea typeface="Montserrat ExtraBold"/>
                <a:cs typeface="Montserrat ExtraBold"/>
                <a:sym typeface="Montserrat ExtraBold"/>
              </a:defRPr>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pic>
        <p:nvPicPr>
          <p:cNvPr id="66" name="Google Shape;66;p37"/>
          <p:cNvPicPr preferRelativeResize="0"/>
          <p:nvPr/>
        </p:nvPicPr>
        <p:blipFill rotWithShape="1">
          <a:blip r:embed="rId2">
            <a:alphaModFix/>
          </a:blip>
          <a:srcRect b="0" l="0" r="0" t="0"/>
          <a:stretch/>
        </p:blipFill>
        <p:spPr>
          <a:xfrm flipH="1" rot="10800000">
            <a:off x="838200" y="3858704"/>
            <a:ext cx="2860964" cy="45719"/>
          </a:xfrm>
          <a:prstGeom prst="rect">
            <a:avLst/>
          </a:prstGeom>
          <a:noFill/>
          <a:ln>
            <a:noFill/>
          </a:ln>
        </p:spPr>
      </p:pic>
      <p:pic>
        <p:nvPicPr>
          <p:cNvPr id="67" name="Google Shape;67;p37"/>
          <p:cNvPicPr preferRelativeResize="0"/>
          <p:nvPr/>
        </p:nvPicPr>
        <p:blipFill rotWithShape="1">
          <a:blip r:embed="rId4">
            <a:alphaModFix/>
          </a:blip>
          <a:srcRect b="0" l="0" r="0" t="0"/>
          <a:stretch/>
        </p:blipFill>
        <p:spPr>
          <a:xfrm>
            <a:off x="9898625" y="326475"/>
            <a:ext cx="1856773" cy="905726"/>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ntent with Caption">
  <p:cSld name="1_Content with Caption">
    <p:spTree>
      <p:nvGrpSpPr>
        <p:cNvPr id="68" name="Shape 68"/>
        <p:cNvGrpSpPr/>
        <p:nvPr/>
      </p:nvGrpSpPr>
      <p:grpSpPr>
        <a:xfrm>
          <a:off x="0" y="0"/>
          <a:ext cx="0" cy="0"/>
          <a:chOff x="0" y="0"/>
          <a:chExt cx="0" cy="0"/>
        </a:xfrm>
      </p:grpSpPr>
      <p:sp>
        <p:nvSpPr>
          <p:cNvPr id="69" name="Google Shape;69;p39"/>
          <p:cNvSpPr txBox="1"/>
          <p:nvPr>
            <p:ph idx="1" type="body"/>
          </p:nvPr>
        </p:nvSpPr>
        <p:spPr>
          <a:xfrm>
            <a:off x="746918" y="3882043"/>
            <a:ext cx="3816769" cy="2169621"/>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7F7F7F"/>
              </a:buClr>
              <a:buSzPts val="1600"/>
              <a:buNone/>
              <a:defRPr sz="1600">
                <a:solidFill>
                  <a:srgbClr val="7F7F7F"/>
                </a:solidFill>
              </a:defRPr>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pic>
        <p:nvPicPr>
          <p:cNvPr id="70" name="Google Shape;70;p39"/>
          <p:cNvPicPr preferRelativeResize="0"/>
          <p:nvPr/>
        </p:nvPicPr>
        <p:blipFill rotWithShape="1">
          <a:blip r:embed="rId2">
            <a:alphaModFix/>
          </a:blip>
          <a:srcRect b="0" l="0" r="0" t="0"/>
          <a:stretch/>
        </p:blipFill>
        <p:spPr>
          <a:xfrm>
            <a:off x="838200" y="0"/>
            <a:ext cx="2860964" cy="315884"/>
          </a:xfrm>
          <a:prstGeom prst="rect">
            <a:avLst/>
          </a:prstGeom>
          <a:noFill/>
          <a:ln>
            <a:noFill/>
          </a:ln>
        </p:spPr>
      </p:pic>
      <p:pic>
        <p:nvPicPr>
          <p:cNvPr id="71" name="Google Shape;71;p39"/>
          <p:cNvPicPr preferRelativeResize="0"/>
          <p:nvPr/>
        </p:nvPicPr>
        <p:blipFill rotWithShape="1">
          <a:blip r:embed="rId3">
            <a:alphaModFix/>
          </a:blip>
          <a:srcRect b="0" l="0" r="0" t="0"/>
          <a:stretch/>
        </p:blipFill>
        <p:spPr>
          <a:xfrm>
            <a:off x="11087100" y="5837237"/>
            <a:ext cx="1104900" cy="1038225"/>
          </a:xfrm>
          <a:prstGeom prst="rect">
            <a:avLst/>
          </a:prstGeom>
          <a:noFill/>
          <a:ln>
            <a:noFill/>
          </a:ln>
        </p:spPr>
      </p:pic>
      <p:sp>
        <p:nvSpPr>
          <p:cNvPr id="72" name="Google Shape;72;p39"/>
          <p:cNvSpPr txBox="1"/>
          <p:nvPr/>
        </p:nvSpPr>
        <p:spPr>
          <a:xfrm>
            <a:off x="11546379" y="6356350"/>
            <a:ext cx="455814" cy="365125"/>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1" i="0" lang="en-US" sz="1200" u="none" cap="none" strike="noStrike">
                <a:solidFill>
                  <a:schemeClr val="lt1"/>
                </a:solidFill>
                <a:latin typeface="Montserrat"/>
                <a:ea typeface="Montserrat"/>
                <a:cs typeface="Montserrat"/>
                <a:sym typeface="Montserrat"/>
              </a:rPr>
              <a:t>‹#›</a:t>
            </a:fld>
            <a:endParaRPr b="1" i="0" sz="1200" u="none" cap="none" strike="noStrike">
              <a:solidFill>
                <a:schemeClr val="lt1"/>
              </a:solidFill>
              <a:latin typeface="Montserrat"/>
              <a:ea typeface="Montserrat"/>
              <a:cs typeface="Montserrat"/>
              <a:sym typeface="Montserrat"/>
            </a:endParaRPr>
          </a:p>
        </p:txBody>
      </p:sp>
      <p:sp>
        <p:nvSpPr>
          <p:cNvPr id="73" name="Google Shape;73;p39"/>
          <p:cNvSpPr txBox="1"/>
          <p:nvPr>
            <p:ph idx="2" type="body"/>
          </p:nvPr>
        </p:nvSpPr>
        <p:spPr>
          <a:xfrm>
            <a:off x="803764" y="834017"/>
            <a:ext cx="2978527" cy="2030892"/>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rgbClr val="C00000"/>
              </a:buClr>
              <a:buSzPts val="2800"/>
              <a:buNone/>
              <a:defRPr b="0" sz="2800">
                <a:solidFill>
                  <a:srgbClr val="C00000"/>
                </a:solidFill>
                <a:latin typeface="Montserrat ExtraBold"/>
                <a:ea typeface="Montserrat ExtraBold"/>
                <a:cs typeface="Montserrat ExtraBold"/>
                <a:sym typeface="Montserrat ExtraBold"/>
              </a:defRPr>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pic>
        <p:nvPicPr>
          <p:cNvPr id="74" name="Google Shape;74;p39"/>
          <p:cNvPicPr preferRelativeResize="0"/>
          <p:nvPr/>
        </p:nvPicPr>
        <p:blipFill rotWithShape="1">
          <a:blip r:embed="rId4">
            <a:alphaModFix/>
          </a:blip>
          <a:srcRect b="0" l="0" r="0" t="0"/>
          <a:stretch/>
        </p:blipFill>
        <p:spPr>
          <a:xfrm>
            <a:off x="9898625" y="326475"/>
            <a:ext cx="1856773" cy="90572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Slide">
  <p:cSld name="2_Title Slide">
    <p:spTree>
      <p:nvGrpSpPr>
        <p:cNvPr id="75" name="Shape 75"/>
        <p:cNvGrpSpPr/>
        <p:nvPr/>
      </p:nvGrpSpPr>
      <p:grpSpPr>
        <a:xfrm>
          <a:off x="0" y="0"/>
          <a:ext cx="0" cy="0"/>
          <a:chOff x="0" y="0"/>
          <a:chExt cx="0" cy="0"/>
        </a:xfrm>
      </p:grpSpPr>
      <p:pic>
        <p:nvPicPr>
          <p:cNvPr id="76" name="Google Shape;76;p40"/>
          <p:cNvPicPr preferRelativeResize="0"/>
          <p:nvPr/>
        </p:nvPicPr>
        <p:blipFill rotWithShape="1">
          <a:blip r:embed="rId2">
            <a:alphaModFix/>
          </a:blip>
          <a:srcRect b="0" l="0" r="0" t="0"/>
          <a:stretch/>
        </p:blipFill>
        <p:spPr>
          <a:xfrm>
            <a:off x="0" y="-59085"/>
            <a:ext cx="12534822" cy="6959104"/>
          </a:xfrm>
          <a:prstGeom prst="rect">
            <a:avLst/>
          </a:prstGeom>
          <a:noFill/>
          <a:ln>
            <a:noFill/>
          </a:ln>
        </p:spPr>
      </p:pic>
      <p:sp>
        <p:nvSpPr>
          <p:cNvPr id="77" name="Google Shape;77;p40"/>
          <p:cNvSpPr txBox="1"/>
          <p:nvPr>
            <p:ph type="ctrTitle"/>
          </p:nvPr>
        </p:nvSpPr>
        <p:spPr>
          <a:xfrm>
            <a:off x="2594340" y="3145331"/>
            <a:ext cx="7558961" cy="1515588"/>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0"/>
              </a:spcBef>
              <a:spcAft>
                <a:spcPts val="0"/>
              </a:spcAft>
              <a:buClr>
                <a:schemeClr val="lt1"/>
              </a:buClr>
              <a:buSzPts val="3600"/>
              <a:buFont typeface="Montserrat Black"/>
              <a:buNone/>
              <a:defRPr sz="3600">
                <a:solidFill>
                  <a:schemeClr val="lt1"/>
                </a:solidFill>
                <a:latin typeface="Montserrat Black"/>
                <a:ea typeface="Montserrat Black"/>
                <a:cs typeface="Montserrat Black"/>
                <a:sym typeface="Montserrat Black"/>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40"/>
          <p:cNvSpPr txBox="1"/>
          <p:nvPr>
            <p:ph idx="1" type="subTitle"/>
          </p:nvPr>
        </p:nvSpPr>
        <p:spPr>
          <a:xfrm>
            <a:off x="2594340" y="4372481"/>
            <a:ext cx="7558961" cy="1300834"/>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lt1"/>
              </a:buClr>
              <a:buSzPts val="1600"/>
              <a:buNone/>
              <a:defRPr sz="16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79" name="Google Shape;79;p40"/>
          <p:cNvPicPr preferRelativeResize="0"/>
          <p:nvPr/>
        </p:nvPicPr>
        <p:blipFill rotWithShape="1">
          <a:blip r:embed="rId3">
            <a:alphaModFix/>
          </a:blip>
          <a:srcRect b="0" l="0" r="0" t="0"/>
          <a:stretch/>
        </p:blipFill>
        <p:spPr>
          <a:xfrm>
            <a:off x="10394571" y="1362499"/>
            <a:ext cx="4280502" cy="4258551"/>
          </a:xfrm>
          <a:prstGeom prst="rect">
            <a:avLst/>
          </a:prstGeom>
          <a:noFill/>
          <a:ln>
            <a:noFill/>
          </a:ln>
        </p:spPr>
      </p:pic>
      <p:pic>
        <p:nvPicPr>
          <p:cNvPr id="80" name="Google Shape;80;p40"/>
          <p:cNvPicPr preferRelativeResize="0"/>
          <p:nvPr/>
        </p:nvPicPr>
        <p:blipFill rotWithShape="1">
          <a:blip r:embed="rId3">
            <a:alphaModFix/>
          </a:blip>
          <a:srcRect b="0" l="0" r="0" t="0"/>
          <a:stretch/>
        </p:blipFill>
        <p:spPr>
          <a:xfrm>
            <a:off x="-2241803" y="1422897"/>
            <a:ext cx="4280502" cy="4258551"/>
          </a:xfrm>
          <a:prstGeom prst="rect">
            <a:avLst/>
          </a:prstGeom>
          <a:noFill/>
          <a:ln>
            <a:noFill/>
          </a:ln>
        </p:spPr>
      </p:pic>
      <p:pic>
        <p:nvPicPr>
          <p:cNvPr id="81" name="Google Shape;81;p40"/>
          <p:cNvPicPr preferRelativeResize="0"/>
          <p:nvPr/>
        </p:nvPicPr>
        <p:blipFill rotWithShape="1">
          <a:blip r:embed="rId4">
            <a:alphaModFix/>
          </a:blip>
          <a:srcRect b="0" l="0" r="0" t="0"/>
          <a:stretch/>
        </p:blipFill>
        <p:spPr>
          <a:xfrm>
            <a:off x="5261198" y="4951700"/>
            <a:ext cx="2012426" cy="98165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spTree>
      <p:nvGrpSpPr>
        <p:cNvPr id="82" name="Shape 82"/>
        <p:cNvGrpSpPr/>
        <p:nvPr/>
      </p:nvGrpSpPr>
      <p:grpSpPr>
        <a:xfrm>
          <a:off x="0" y="0"/>
          <a:ext cx="0" cy="0"/>
          <a:chOff x="0" y="0"/>
          <a:chExt cx="0" cy="0"/>
        </a:xfrm>
      </p:grpSpPr>
      <p:pic>
        <p:nvPicPr>
          <p:cNvPr id="83" name="Google Shape;83;p30"/>
          <p:cNvPicPr preferRelativeResize="0"/>
          <p:nvPr/>
        </p:nvPicPr>
        <p:blipFill rotWithShape="1">
          <a:blip r:embed="rId2">
            <a:alphaModFix/>
          </a:blip>
          <a:srcRect b="0" l="0" r="0" t="0"/>
          <a:stretch/>
        </p:blipFill>
        <p:spPr>
          <a:xfrm>
            <a:off x="-211667" y="-83672"/>
            <a:ext cx="12640676" cy="7017872"/>
          </a:xfrm>
          <a:prstGeom prst="rect">
            <a:avLst/>
          </a:prstGeom>
          <a:noFill/>
          <a:ln>
            <a:noFill/>
          </a:ln>
        </p:spPr>
      </p:pic>
      <p:sp>
        <p:nvSpPr>
          <p:cNvPr id="84" name="Google Shape;84;p30"/>
          <p:cNvSpPr txBox="1"/>
          <p:nvPr>
            <p:ph type="ctrTitle"/>
          </p:nvPr>
        </p:nvSpPr>
        <p:spPr>
          <a:xfrm>
            <a:off x="279991" y="3969209"/>
            <a:ext cx="9144000" cy="146441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3600"/>
              <a:buFont typeface="Montserrat Black"/>
              <a:buNone/>
              <a:defRPr sz="3600">
                <a:solidFill>
                  <a:schemeClr val="lt1"/>
                </a:solidFill>
                <a:latin typeface="Montserrat Black"/>
                <a:ea typeface="Montserrat Black"/>
                <a:cs typeface="Montserrat Black"/>
                <a:sym typeface="Montserrat Black"/>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5" name="Google Shape;85;p30"/>
          <p:cNvSpPr txBox="1"/>
          <p:nvPr>
            <p:ph idx="1" type="subTitle"/>
          </p:nvPr>
        </p:nvSpPr>
        <p:spPr>
          <a:xfrm>
            <a:off x="279991" y="5433627"/>
            <a:ext cx="9144000" cy="1655762"/>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1600"/>
              <a:buNone/>
              <a:defRPr sz="16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86" name="Google Shape;86;p30"/>
          <p:cNvPicPr preferRelativeResize="0"/>
          <p:nvPr/>
        </p:nvPicPr>
        <p:blipFill rotWithShape="1">
          <a:blip r:embed="rId3">
            <a:alphaModFix/>
          </a:blip>
          <a:srcRect b="0" l="0" r="0" t="0"/>
          <a:stretch/>
        </p:blipFill>
        <p:spPr>
          <a:xfrm>
            <a:off x="9242381" y="-123349"/>
            <a:ext cx="7133810" cy="7097226"/>
          </a:xfrm>
          <a:prstGeom prst="rect">
            <a:avLst/>
          </a:prstGeom>
          <a:noFill/>
          <a:ln>
            <a:noFill/>
          </a:ln>
        </p:spPr>
      </p:pic>
      <p:pic>
        <p:nvPicPr>
          <p:cNvPr id="87" name="Google Shape;87;p30"/>
          <p:cNvPicPr preferRelativeResize="0"/>
          <p:nvPr/>
        </p:nvPicPr>
        <p:blipFill rotWithShape="1">
          <a:blip r:embed="rId4">
            <a:alphaModFix/>
          </a:blip>
          <a:srcRect b="0" l="0" r="0" t="0"/>
          <a:stretch/>
        </p:blipFill>
        <p:spPr>
          <a:xfrm>
            <a:off x="280000" y="322051"/>
            <a:ext cx="3225201" cy="157322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Blank" type="blank">
  <p:cSld name="BLANK">
    <p:spTree>
      <p:nvGrpSpPr>
        <p:cNvPr id="88" name="Shape 88"/>
        <p:cNvGrpSpPr/>
        <p:nvPr/>
      </p:nvGrpSpPr>
      <p:grpSpPr>
        <a:xfrm>
          <a:off x="0" y="0"/>
          <a:ext cx="0" cy="0"/>
          <a:chOff x="0" y="0"/>
          <a:chExt cx="0" cy="0"/>
        </a:xfrm>
      </p:grpSpPr>
      <p:pic>
        <p:nvPicPr>
          <p:cNvPr id="89" name="Google Shape;89;p41"/>
          <p:cNvPicPr preferRelativeResize="0"/>
          <p:nvPr/>
        </p:nvPicPr>
        <p:blipFill rotWithShape="1">
          <a:blip r:embed="rId2">
            <a:alphaModFix/>
          </a:blip>
          <a:srcRect b="0" l="0" r="0" t="0"/>
          <a:stretch/>
        </p:blipFill>
        <p:spPr>
          <a:xfrm>
            <a:off x="11087100" y="5837237"/>
            <a:ext cx="1104900" cy="1038225"/>
          </a:xfrm>
          <a:prstGeom prst="rect">
            <a:avLst/>
          </a:prstGeom>
          <a:noFill/>
          <a:ln>
            <a:noFill/>
          </a:ln>
        </p:spPr>
      </p:pic>
      <p:sp>
        <p:nvSpPr>
          <p:cNvPr id="90" name="Google Shape;90;p41"/>
          <p:cNvSpPr txBox="1"/>
          <p:nvPr/>
        </p:nvSpPr>
        <p:spPr>
          <a:xfrm>
            <a:off x="11546379" y="6356350"/>
            <a:ext cx="455814" cy="365125"/>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1" i="0" lang="en-US" sz="1200" u="none" cap="none" strike="noStrike">
                <a:solidFill>
                  <a:schemeClr val="lt1"/>
                </a:solidFill>
                <a:latin typeface="Montserrat"/>
                <a:ea typeface="Montserrat"/>
                <a:cs typeface="Montserrat"/>
                <a:sym typeface="Montserrat"/>
              </a:rPr>
              <a:t>‹#›</a:t>
            </a:fld>
            <a:endParaRPr b="1" i="0" sz="1200" u="none" cap="none" strike="noStrike">
              <a:solidFill>
                <a:schemeClr val="lt1"/>
              </a:solidFill>
              <a:latin typeface="Montserrat"/>
              <a:ea typeface="Montserrat"/>
              <a:cs typeface="Montserrat"/>
              <a:sym typeface="Montserrat"/>
            </a:endParaRPr>
          </a:p>
        </p:txBody>
      </p:sp>
      <p:pic>
        <p:nvPicPr>
          <p:cNvPr id="91" name="Google Shape;91;p41"/>
          <p:cNvPicPr preferRelativeResize="0"/>
          <p:nvPr/>
        </p:nvPicPr>
        <p:blipFill rotWithShape="1">
          <a:blip r:embed="rId3">
            <a:alphaModFix/>
          </a:blip>
          <a:srcRect b="0" l="0" r="0" t="0"/>
          <a:stretch/>
        </p:blipFill>
        <p:spPr>
          <a:xfrm>
            <a:off x="9898625" y="326475"/>
            <a:ext cx="1856773" cy="905726"/>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92" name="Shape 92"/>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1_Title Slide">
    <p:spTree>
      <p:nvGrpSpPr>
        <p:cNvPr id="93" name="Shape 93"/>
        <p:cNvGrpSpPr/>
        <p:nvPr/>
      </p:nvGrpSpPr>
      <p:grpSpPr>
        <a:xfrm>
          <a:off x="0" y="0"/>
          <a:ext cx="0" cy="0"/>
          <a:chOff x="0" y="0"/>
          <a:chExt cx="0" cy="0"/>
        </a:xfrm>
      </p:grpSpPr>
      <p:pic>
        <p:nvPicPr>
          <p:cNvPr id="94" name="Google Shape;94;p31"/>
          <p:cNvPicPr preferRelativeResize="0"/>
          <p:nvPr/>
        </p:nvPicPr>
        <p:blipFill rotWithShape="1">
          <a:blip r:embed="rId2">
            <a:alphaModFix/>
          </a:blip>
          <a:srcRect b="0" l="0" r="0" t="0"/>
          <a:stretch/>
        </p:blipFill>
        <p:spPr>
          <a:xfrm>
            <a:off x="0" y="-59085"/>
            <a:ext cx="12534822" cy="6959104"/>
          </a:xfrm>
          <a:prstGeom prst="rect">
            <a:avLst/>
          </a:prstGeom>
          <a:noFill/>
          <a:ln>
            <a:noFill/>
          </a:ln>
        </p:spPr>
      </p:pic>
      <p:sp>
        <p:nvSpPr>
          <p:cNvPr id="95" name="Google Shape;95;p31"/>
          <p:cNvSpPr txBox="1"/>
          <p:nvPr>
            <p:ph type="ctrTitle"/>
          </p:nvPr>
        </p:nvSpPr>
        <p:spPr>
          <a:xfrm>
            <a:off x="2594340" y="3145331"/>
            <a:ext cx="7558961" cy="1515588"/>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0"/>
              </a:spcBef>
              <a:spcAft>
                <a:spcPts val="0"/>
              </a:spcAft>
              <a:buClr>
                <a:schemeClr val="lt1"/>
              </a:buClr>
              <a:buSzPts val="3600"/>
              <a:buFont typeface="Montserrat Black"/>
              <a:buNone/>
              <a:defRPr sz="3600">
                <a:solidFill>
                  <a:schemeClr val="lt1"/>
                </a:solidFill>
                <a:latin typeface="Montserrat Black"/>
                <a:ea typeface="Montserrat Black"/>
                <a:cs typeface="Montserrat Black"/>
                <a:sym typeface="Montserrat Black"/>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6" name="Google Shape;96;p31"/>
          <p:cNvSpPr txBox="1"/>
          <p:nvPr>
            <p:ph idx="1" type="subTitle"/>
          </p:nvPr>
        </p:nvSpPr>
        <p:spPr>
          <a:xfrm>
            <a:off x="2594340" y="4372481"/>
            <a:ext cx="7558961" cy="1300834"/>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lt1"/>
              </a:buClr>
              <a:buSzPts val="1600"/>
              <a:buNone/>
              <a:defRPr sz="16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97" name="Google Shape;97;p31"/>
          <p:cNvPicPr preferRelativeResize="0"/>
          <p:nvPr/>
        </p:nvPicPr>
        <p:blipFill rotWithShape="1">
          <a:blip r:embed="rId3">
            <a:alphaModFix/>
          </a:blip>
          <a:srcRect b="0" l="0" r="0" t="0"/>
          <a:stretch/>
        </p:blipFill>
        <p:spPr>
          <a:xfrm>
            <a:off x="10394571" y="1362499"/>
            <a:ext cx="4280502" cy="4258551"/>
          </a:xfrm>
          <a:prstGeom prst="rect">
            <a:avLst/>
          </a:prstGeom>
          <a:noFill/>
          <a:ln>
            <a:noFill/>
          </a:ln>
        </p:spPr>
      </p:pic>
      <p:pic>
        <p:nvPicPr>
          <p:cNvPr id="98" name="Google Shape;98;p31"/>
          <p:cNvPicPr preferRelativeResize="0"/>
          <p:nvPr/>
        </p:nvPicPr>
        <p:blipFill rotWithShape="1">
          <a:blip r:embed="rId3">
            <a:alphaModFix/>
          </a:blip>
          <a:srcRect b="0" l="0" r="0" t="0"/>
          <a:stretch/>
        </p:blipFill>
        <p:spPr>
          <a:xfrm>
            <a:off x="-2241803" y="1422897"/>
            <a:ext cx="4280502" cy="4258551"/>
          </a:xfrm>
          <a:prstGeom prst="rect">
            <a:avLst/>
          </a:prstGeom>
          <a:noFill/>
          <a:ln>
            <a:noFill/>
          </a:ln>
        </p:spPr>
      </p:pic>
      <p:pic>
        <p:nvPicPr>
          <p:cNvPr id="99" name="Google Shape;99;p31"/>
          <p:cNvPicPr preferRelativeResize="0"/>
          <p:nvPr/>
        </p:nvPicPr>
        <p:blipFill rotWithShape="1">
          <a:blip r:embed="rId4">
            <a:alphaModFix/>
          </a:blip>
          <a:srcRect b="0" l="0" r="0" t="0"/>
          <a:stretch/>
        </p:blipFill>
        <p:spPr>
          <a:xfrm>
            <a:off x="5210423" y="2015275"/>
            <a:ext cx="2012426" cy="98165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00" name="Shape 100"/>
        <p:cNvGrpSpPr/>
        <p:nvPr/>
      </p:nvGrpSpPr>
      <p:grpSpPr>
        <a:xfrm>
          <a:off x="0" y="0"/>
          <a:ext cx="0" cy="0"/>
          <a:chOff x="0" y="0"/>
          <a:chExt cx="0" cy="0"/>
        </a:xfrm>
      </p:grpSpPr>
      <p:pic>
        <p:nvPicPr>
          <p:cNvPr id="101" name="Google Shape;101;p33"/>
          <p:cNvPicPr preferRelativeResize="0"/>
          <p:nvPr/>
        </p:nvPicPr>
        <p:blipFill rotWithShape="1">
          <a:blip r:embed="rId2">
            <a:alphaModFix/>
          </a:blip>
          <a:srcRect b="0" l="0" r="0" t="0"/>
          <a:stretch/>
        </p:blipFill>
        <p:spPr>
          <a:xfrm>
            <a:off x="-160713" y="0"/>
            <a:ext cx="12352713" cy="6858000"/>
          </a:xfrm>
          <a:prstGeom prst="rect">
            <a:avLst/>
          </a:prstGeom>
          <a:noFill/>
          <a:ln>
            <a:noFill/>
          </a:ln>
        </p:spPr>
      </p:pic>
      <p:sp>
        <p:nvSpPr>
          <p:cNvPr id="102" name="Google Shape;102;p33"/>
          <p:cNvSpPr txBox="1"/>
          <p:nvPr>
            <p:ph type="title"/>
          </p:nvPr>
        </p:nvSpPr>
        <p:spPr>
          <a:xfrm rot="5400000">
            <a:off x="-1225840" y="973773"/>
            <a:ext cx="4164099" cy="1845425"/>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000"/>
              <a:buFont typeface="Montserrat Black"/>
              <a:buNone/>
              <a:defRPr b="1" sz="6000">
                <a:solidFill>
                  <a:schemeClr val="lt1"/>
                </a:solidFill>
                <a:latin typeface="Montserrat Black"/>
                <a:ea typeface="Montserrat Black"/>
                <a:cs typeface="Montserrat Black"/>
                <a:sym typeface="Montserrat Black"/>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3" name="Google Shape;103;p3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en-US"/>
              <a:t>‹#›</a:t>
            </a:fld>
            <a:endParaRPr/>
          </a:p>
        </p:txBody>
      </p:sp>
      <p:sp>
        <p:nvSpPr>
          <p:cNvPr id="104" name="Google Shape;104;p33"/>
          <p:cNvSpPr txBox="1"/>
          <p:nvPr>
            <p:ph idx="1" type="body"/>
          </p:nvPr>
        </p:nvSpPr>
        <p:spPr>
          <a:xfrm>
            <a:off x="2394064" y="2759840"/>
            <a:ext cx="1122220" cy="1138813"/>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chemeClr val="lt1"/>
              </a:buClr>
              <a:buSzPts val="6000"/>
              <a:buFont typeface="Montserrat"/>
              <a:buNone/>
              <a:defRPr b="1" sz="6000">
                <a:solidFill>
                  <a:schemeClr val="lt1"/>
                </a:solidFill>
              </a:defRPr>
            </a:lvl1pPr>
            <a:lvl2pPr indent="-482600" lvl="1" marL="914400" algn="l">
              <a:lnSpc>
                <a:spcPct val="90000"/>
              </a:lnSpc>
              <a:spcBef>
                <a:spcPts val="500"/>
              </a:spcBef>
              <a:spcAft>
                <a:spcPts val="0"/>
              </a:spcAft>
              <a:buClr>
                <a:schemeClr val="lt1"/>
              </a:buClr>
              <a:buSzPts val="4000"/>
              <a:buChar char="•"/>
              <a:defRPr b="1" sz="4000">
                <a:solidFill>
                  <a:schemeClr val="lt1"/>
                </a:solidFill>
              </a:defRPr>
            </a:lvl2pPr>
            <a:lvl3pPr indent="-482600" lvl="2" marL="1371600" algn="l">
              <a:lnSpc>
                <a:spcPct val="90000"/>
              </a:lnSpc>
              <a:spcBef>
                <a:spcPts val="500"/>
              </a:spcBef>
              <a:spcAft>
                <a:spcPts val="0"/>
              </a:spcAft>
              <a:buClr>
                <a:schemeClr val="lt1"/>
              </a:buClr>
              <a:buSzPts val="4000"/>
              <a:buChar char="•"/>
              <a:defRPr b="1" sz="4000">
                <a:solidFill>
                  <a:schemeClr val="lt1"/>
                </a:solidFill>
              </a:defRPr>
            </a:lvl3pPr>
            <a:lvl4pPr indent="-482600" lvl="3" marL="1828800" algn="l">
              <a:lnSpc>
                <a:spcPct val="90000"/>
              </a:lnSpc>
              <a:spcBef>
                <a:spcPts val="500"/>
              </a:spcBef>
              <a:spcAft>
                <a:spcPts val="0"/>
              </a:spcAft>
              <a:buClr>
                <a:schemeClr val="lt1"/>
              </a:buClr>
              <a:buSzPts val="4000"/>
              <a:buChar char="•"/>
              <a:defRPr b="1" sz="4000">
                <a:solidFill>
                  <a:schemeClr val="lt1"/>
                </a:solidFill>
              </a:defRPr>
            </a:lvl4pPr>
            <a:lvl5pPr indent="-482600" lvl="4" marL="2286000" algn="l">
              <a:lnSpc>
                <a:spcPct val="90000"/>
              </a:lnSpc>
              <a:spcBef>
                <a:spcPts val="500"/>
              </a:spcBef>
              <a:spcAft>
                <a:spcPts val="0"/>
              </a:spcAft>
              <a:buClr>
                <a:schemeClr val="lt1"/>
              </a:buClr>
              <a:buSzPts val="4000"/>
              <a:buChar char="•"/>
              <a:defRPr b="1" sz="4000">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05" name="Google Shape;105;p33"/>
          <p:cNvSpPr txBox="1"/>
          <p:nvPr>
            <p:ph idx="2" type="body"/>
          </p:nvPr>
        </p:nvSpPr>
        <p:spPr>
          <a:xfrm>
            <a:off x="3516284" y="2888427"/>
            <a:ext cx="2733675" cy="540573"/>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2000"/>
              <a:buFont typeface="Montserrat"/>
              <a:buNone/>
              <a:defRPr b="1" sz="2000">
                <a:solidFill>
                  <a:schemeClr val="lt1"/>
                </a:solidFill>
              </a:defRPr>
            </a:lvl1pPr>
            <a:lvl2pPr indent="-381000" lvl="1" marL="914400" algn="l">
              <a:lnSpc>
                <a:spcPct val="90000"/>
              </a:lnSpc>
              <a:spcBef>
                <a:spcPts val="500"/>
              </a:spcBef>
              <a:spcAft>
                <a:spcPts val="0"/>
              </a:spcAft>
              <a:buClr>
                <a:schemeClr val="lt1"/>
              </a:buClr>
              <a:buSzPts val="2400"/>
              <a:buChar char="•"/>
              <a:defRPr>
                <a:solidFill>
                  <a:schemeClr val="lt1"/>
                </a:solidFill>
              </a:defRPr>
            </a:lvl2pPr>
            <a:lvl3pPr indent="-355600" lvl="2" marL="1371600" algn="l">
              <a:lnSpc>
                <a:spcPct val="90000"/>
              </a:lnSpc>
              <a:spcBef>
                <a:spcPts val="500"/>
              </a:spcBef>
              <a:spcAft>
                <a:spcPts val="0"/>
              </a:spcAft>
              <a:buClr>
                <a:schemeClr val="lt1"/>
              </a:buClr>
              <a:buSzPts val="2000"/>
              <a:buChar char="•"/>
              <a:defRPr>
                <a:solidFill>
                  <a:schemeClr val="lt1"/>
                </a:solidFill>
              </a:defRPr>
            </a:lvl3pPr>
            <a:lvl4pPr indent="-342900" lvl="3" marL="1828800" algn="l">
              <a:lnSpc>
                <a:spcPct val="90000"/>
              </a:lnSpc>
              <a:spcBef>
                <a:spcPts val="500"/>
              </a:spcBef>
              <a:spcAft>
                <a:spcPts val="0"/>
              </a:spcAft>
              <a:buClr>
                <a:schemeClr val="lt1"/>
              </a:buClr>
              <a:buSzPts val="1800"/>
              <a:buChar char="•"/>
              <a:defRPr>
                <a:solidFill>
                  <a:schemeClr val="lt1"/>
                </a:solidFill>
              </a:defRPr>
            </a:lvl4pPr>
            <a:lvl5pPr indent="-342900" lvl="4" marL="2286000" algn="l">
              <a:lnSpc>
                <a:spcPct val="90000"/>
              </a:lnSpc>
              <a:spcBef>
                <a:spcPts val="500"/>
              </a:spcBef>
              <a:spcAft>
                <a:spcPts val="0"/>
              </a:spcAft>
              <a:buClr>
                <a:schemeClr val="lt1"/>
              </a:buClr>
              <a:buSzPts val="1800"/>
              <a:buChar char="•"/>
              <a:defRPr>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06" name="Google Shape;106;p33"/>
          <p:cNvSpPr txBox="1"/>
          <p:nvPr>
            <p:ph idx="3" type="body"/>
          </p:nvPr>
        </p:nvSpPr>
        <p:spPr>
          <a:xfrm>
            <a:off x="2310942" y="4349625"/>
            <a:ext cx="1205342" cy="1138813"/>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chemeClr val="lt1"/>
              </a:buClr>
              <a:buSzPts val="6000"/>
              <a:buFont typeface="Montserrat"/>
              <a:buNone/>
              <a:defRPr b="1" sz="6000">
                <a:solidFill>
                  <a:schemeClr val="lt1"/>
                </a:solidFill>
              </a:defRPr>
            </a:lvl1pPr>
            <a:lvl2pPr indent="-482600" lvl="1" marL="914400" algn="l">
              <a:lnSpc>
                <a:spcPct val="90000"/>
              </a:lnSpc>
              <a:spcBef>
                <a:spcPts val="500"/>
              </a:spcBef>
              <a:spcAft>
                <a:spcPts val="0"/>
              </a:spcAft>
              <a:buClr>
                <a:schemeClr val="lt1"/>
              </a:buClr>
              <a:buSzPts val="4000"/>
              <a:buChar char="•"/>
              <a:defRPr b="1" sz="4000">
                <a:solidFill>
                  <a:schemeClr val="lt1"/>
                </a:solidFill>
              </a:defRPr>
            </a:lvl2pPr>
            <a:lvl3pPr indent="-482600" lvl="2" marL="1371600" algn="l">
              <a:lnSpc>
                <a:spcPct val="90000"/>
              </a:lnSpc>
              <a:spcBef>
                <a:spcPts val="500"/>
              </a:spcBef>
              <a:spcAft>
                <a:spcPts val="0"/>
              </a:spcAft>
              <a:buClr>
                <a:schemeClr val="lt1"/>
              </a:buClr>
              <a:buSzPts val="4000"/>
              <a:buChar char="•"/>
              <a:defRPr b="1" sz="4000">
                <a:solidFill>
                  <a:schemeClr val="lt1"/>
                </a:solidFill>
              </a:defRPr>
            </a:lvl3pPr>
            <a:lvl4pPr indent="-482600" lvl="3" marL="1828800" algn="l">
              <a:lnSpc>
                <a:spcPct val="90000"/>
              </a:lnSpc>
              <a:spcBef>
                <a:spcPts val="500"/>
              </a:spcBef>
              <a:spcAft>
                <a:spcPts val="0"/>
              </a:spcAft>
              <a:buClr>
                <a:schemeClr val="lt1"/>
              </a:buClr>
              <a:buSzPts val="4000"/>
              <a:buChar char="•"/>
              <a:defRPr b="1" sz="4000">
                <a:solidFill>
                  <a:schemeClr val="lt1"/>
                </a:solidFill>
              </a:defRPr>
            </a:lvl4pPr>
            <a:lvl5pPr indent="-482600" lvl="4" marL="2286000" algn="l">
              <a:lnSpc>
                <a:spcPct val="90000"/>
              </a:lnSpc>
              <a:spcBef>
                <a:spcPts val="500"/>
              </a:spcBef>
              <a:spcAft>
                <a:spcPts val="0"/>
              </a:spcAft>
              <a:buClr>
                <a:schemeClr val="lt1"/>
              </a:buClr>
              <a:buSzPts val="4000"/>
              <a:buChar char="•"/>
              <a:defRPr b="1" sz="4000">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07" name="Google Shape;107;p33"/>
          <p:cNvSpPr txBox="1"/>
          <p:nvPr>
            <p:ph idx="4" type="body"/>
          </p:nvPr>
        </p:nvSpPr>
        <p:spPr>
          <a:xfrm>
            <a:off x="3516284" y="4478213"/>
            <a:ext cx="2733675" cy="557213"/>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2000"/>
              <a:buFont typeface="Montserrat"/>
              <a:buNone/>
              <a:defRPr b="1" sz="2000">
                <a:solidFill>
                  <a:schemeClr val="lt1"/>
                </a:solidFill>
              </a:defRPr>
            </a:lvl1pPr>
            <a:lvl2pPr indent="-381000" lvl="1" marL="914400" algn="l">
              <a:lnSpc>
                <a:spcPct val="90000"/>
              </a:lnSpc>
              <a:spcBef>
                <a:spcPts val="500"/>
              </a:spcBef>
              <a:spcAft>
                <a:spcPts val="0"/>
              </a:spcAft>
              <a:buClr>
                <a:schemeClr val="lt1"/>
              </a:buClr>
              <a:buSzPts val="2400"/>
              <a:buChar char="•"/>
              <a:defRPr>
                <a:solidFill>
                  <a:schemeClr val="lt1"/>
                </a:solidFill>
              </a:defRPr>
            </a:lvl2pPr>
            <a:lvl3pPr indent="-355600" lvl="2" marL="1371600" algn="l">
              <a:lnSpc>
                <a:spcPct val="90000"/>
              </a:lnSpc>
              <a:spcBef>
                <a:spcPts val="500"/>
              </a:spcBef>
              <a:spcAft>
                <a:spcPts val="0"/>
              </a:spcAft>
              <a:buClr>
                <a:schemeClr val="lt1"/>
              </a:buClr>
              <a:buSzPts val="2000"/>
              <a:buChar char="•"/>
              <a:defRPr>
                <a:solidFill>
                  <a:schemeClr val="lt1"/>
                </a:solidFill>
              </a:defRPr>
            </a:lvl3pPr>
            <a:lvl4pPr indent="-342900" lvl="3" marL="1828800" algn="l">
              <a:lnSpc>
                <a:spcPct val="90000"/>
              </a:lnSpc>
              <a:spcBef>
                <a:spcPts val="500"/>
              </a:spcBef>
              <a:spcAft>
                <a:spcPts val="0"/>
              </a:spcAft>
              <a:buClr>
                <a:schemeClr val="lt1"/>
              </a:buClr>
              <a:buSzPts val="1800"/>
              <a:buChar char="•"/>
              <a:defRPr>
                <a:solidFill>
                  <a:schemeClr val="lt1"/>
                </a:solidFill>
              </a:defRPr>
            </a:lvl4pPr>
            <a:lvl5pPr indent="-342900" lvl="4" marL="2286000" algn="l">
              <a:lnSpc>
                <a:spcPct val="90000"/>
              </a:lnSpc>
              <a:spcBef>
                <a:spcPts val="500"/>
              </a:spcBef>
              <a:spcAft>
                <a:spcPts val="0"/>
              </a:spcAft>
              <a:buClr>
                <a:schemeClr val="lt1"/>
              </a:buClr>
              <a:buSzPts val="1800"/>
              <a:buChar char="•"/>
              <a:defRPr>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08" name="Google Shape;108;p33"/>
          <p:cNvSpPr txBox="1"/>
          <p:nvPr>
            <p:ph idx="5" type="body"/>
          </p:nvPr>
        </p:nvSpPr>
        <p:spPr>
          <a:xfrm>
            <a:off x="7245926" y="2759840"/>
            <a:ext cx="1202576" cy="1138813"/>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chemeClr val="lt1"/>
              </a:buClr>
              <a:buSzPts val="6000"/>
              <a:buFont typeface="Montserrat"/>
              <a:buNone/>
              <a:defRPr b="1" sz="6000">
                <a:solidFill>
                  <a:schemeClr val="lt1"/>
                </a:solidFill>
              </a:defRPr>
            </a:lvl1pPr>
            <a:lvl2pPr indent="-482600" lvl="1" marL="914400" algn="l">
              <a:lnSpc>
                <a:spcPct val="90000"/>
              </a:lnSpc>
              <a:spcBef>
                <a:spcPts val="500"/>
              </a:spcBef>
              <a:spcAft>
                <a:spcPts val="0"/>
              </a:spcAft>
              <a:buClr>
                <a:schemeClr val="lt1"/>
              </a:buClr>
              <a:buSzPts val="4000"/>
              <a:buChar char="•"/>
              <a:defRPr b="1" sz="4000">
                <a:solidFill>
                  <a:schemeClr val="lt1"/>
                </a:solidFill>
              </a:defRPr>
            </a:lvl2pPr>
            <a:lvl3pPr indent="-482600" lvl="2" marL="1371600" algn="l">
              <a:lnSpc>
                <a:spcPct val="90000"/>
              </a:lnSpc>
              <a:spcBef>
                <a:spcPts val="500"/>
              </a:spcBef>
              <a:spcAft>
                <a:spcPts val="0"/>
              </a:spcAft>
              <a:buClr>
                <a:schemeClr val="lt1"/>
              </a:buClr>
              <a:buSzPts val="4000"/>
              <a:buChar char="•"/>
              <a:defRPr b="1" sz="4000">
                <a:solidFill>
                  <a:schemeClr val="lt1"/>
                </a:solidFill>
              </a:defRPr>
            </a:lvl3pPr>
            <a:lvl4pPr indent="-482600" lvl="3" marL="1828800" algn="l">
              <a:lnSpc>
                <a:spcPct val="90000"/>
              </a:lnSpc>
              <a:spcBef>
                <a:spcPts val="500"/>
              </a:spcBef>
              <a:spcAft>
                <a:spcPts val="0"/>
              </a:spcAft>
              <a:buClr>
                <a:schemeClr val="lt1"/>
              </a:buClr>
              <a:buSzPts val="4000"/>
              <a:buChar char="•"/>
              <a:defRPr b="1" sz="4000">
                <a:solidFill>
                  <a:schemeClr val="lt1"/>
                </a:solidFill>
              </a:defRPr>
            </a:lvl4pPr>
            <a:lvl5pPr indent="-482600" lvl="4" marL="2286000" algn="l">
              <a:lnSpc>
                <a:spcPct val="90000"/>
              </a:lnSpc>
              <a:spcBef>
                <a:spcPts val="500"/>
              </a:spcBef>
              <a:spcAft>
                <a:spcPts val="0"/>
              </a:spcAft>
              <a:buClr>
                <a:schemeClr val="lt1"/>
              </a:buClr>
              <a:buSzPts val="4000"/>
              <a:buChar char="•"/>
              <a:defRPr b="1" sz="4000">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09" name="Google Shape;109;p33"/>
          <p:cNvSpPr txBox="1"/>
          <p:nvPr>
            <p:ph idx="6" type="body"/>
          </p:nvPr>
        </p:nvSpPr>
        <p:spPr>
          <a:xfrm>
            <a:off x="8448502" y="2888427"/>
            <a:ext cx="2733675" cy="557213"/>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2000"/>
              <a:buFont typeface="Montserrat"/>
              <a:buNone/>
              <a:defRPr b="1" sz="2000">
                <a:solidFill>
                  <a:schemeClr val="lt1"/>
                </a:solidFill>
              </a:defRPr>
            </a:lvl1pPr>
            <a:lvl2pPr indent="-381000" lvl="1" marL="914400" algn="l">
              <a:lnSpc>
                <a:spcPct val="90000"/>
              </a:lnSpc>
              <a:spcBef>
                <a:spcPts val="500"/>
              </a:spcBef>
              <a:spcAft>
                <a:spcPts val="0"/>
              </a:spcAft>
              <a:buClr>
                <a:schemeClr val="lt1"/>
              </a:buClr>
              <a:buSzPts val="2400"/>
              <a:buChar char="•"/>
              <a:defRPr>
                <a:solidFill>
                  <a:schemeClr val="lt1"/>
                </a:solidFill>
              </a:defRPr>
            </a:lvl2pPr>
            <a:lvl3pPr indent="-355600" lvl="2" marL="1371600" algn="l">
              <a:lnSpc>
                <a:spcPct val="90000"/>
              </a:lnSpc>
              <a:spcBef>
                <a:spcPts val="500"/>
              </a:spcBef>
              <a:spcAft>
                <a:spcPts val="0"/>
              </a:spcAft>
              <a:buClr>
                <a:schemeClr val="lt1"/>
              </a:buClr>
              <a:buSzPts val="2000"/>
              <a:buChar char="•"/>
              <a:defRPr>
                <a:solidFill>
                  <a:schemeClr val="lt1"/>
                </a:solidFill>
              </a:defRPr>
            </a:lvl3pPr>
            <a:lvl4pPr indent="-342900" lvl="3" marL="1828800" algn="l">
              <a:lnSpc>
                <a:spcPct val="90000"/>
              </a:lnSpc>
              <a:spcBef>
                <a:spcPts val="500"/>
              </a:spcBef>
              <a:spcAft>
                <a:spcPts val="0"/>
              </a:spcAft>
              <a:buClr>
                <a:schemeClr val="lt1"/>
              </a:buClr>
              <a:buSzPts val="1800"/>
              <a:buChar char="•"/>
              <a:defRPr>
                <a:solidFill>
                  <a:schemeClr val="lt1"/>
                </a:solidFill>
              </a:defRPr>
            </a:lvl4pPr>
            <a:lvl5pPr indent="-342900" lvl="4" marL="2286000" algn="l">
              <a:lnSpc>
                <a:spcPct val="90000"/>
              </a:lnSpc>
              <a:spcBef>
                <a:spcPts val="500"/>
              </a:spcBef>
              <a:spcAft>
                <a:spcPts val="0"/>
              </a:spcAft>
              <a:buClr>
                <a:schemeClr val="lt1"/>
              </a:buClr>
              <a:buSzPts val="1800"/>
              <a:buChar char="•"/>
              <a:defRPr>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10" name="Google Shape;110;p33"/>
          <p:cNvSpPr txBox="1"/>
          <p:nvPr>
            <p:ph idx="7" type="body"/>
          </p:nvPr>
        </p:nvSpPr>
        <p:spPr>
          <a:xfrm>
            <a:off x="7245926" y="4349625"/>
            <a:ext cx="1202576" cy="1138813"/>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chemeClr val="lt1"/>
              </a:buClr>
              <a:buSzPts val="6000"/>
              <a:buFont typeface="Montserrat"/>
              <a:buNone/>
              <a:defRPr b="1" sz="6000">
                <a:solidFill>
                  <a:schemeClr val="lt1"/>
                </a:solidFill>
              </a:defRPr>
            </a:lvl1pPr>
            <a:lvl2pPr indent="-482600" lvl="1" marL="914400" algn="l">
              <a:lnSpc>
                <a:spcPct val="90000"/>
              </a:lnSpc>
              <a:spcBef>
                <a:spcPts val="500"/>
              </a:spcBef>
              <a:spcAft>
                <a:spcPts val="0"/>
              </a:spcAft>
              <a:buClr>
                <a:schemeClr val="lt1"/>
              </a:buClr>
              <a:buSzPts val="4000"/>
              <a:buChar char="•"/>
              <a:defRPr b="1" sz="4000">
                <a:solidFill>
                  <a:schemeClr val="lt1"/>
                </a:solidFill>
              </a:defRPr>
            </a:lvl2pPr>
            <a:lvl3pPr indent="-482600" lvl="2" marL="1371600" algn="l">
              <a:lnSpc>
                <a:spcPct val="90000"/>
              </a:lnSpc>
              <a:spcBef>
                <a:spcPts val="500"/>
              </a:spcBef>
              <a:spcAft>
                <a:spcPts val="0"/>
              </a:spcAft>
              <a:buClr>
                <a:schemeClr val="lt1"/>
              </a:buClr>
              <a:buSzPts val="4000"/>
              <a:buChar char="•"/>
              <a:defRPr b="1" sz="4000">
                <a:solidFill>
                  <a:schemeClr val="lt1"/>
                </a:solidFill>
              </a:defRPr>
            </a:lvl3pPr>
            <a:lvl4pPr indent="-482600" lvl="3" marL="1828800" algn="l">
              <a:lnSpc>
                <a:spcPct val="90000"/>
              </a:lnSpc>
              <a:spcBef>
                <a:spcPts val="500"/>
              </a:spcBef>
              <a:spcAft>
                <a:spcPts val="0"/>
              </a:spcAft>
              <a:buClr>
                <a:schemeClr val="lt1"/>
              </a:buClr>
              <a:buSzPts val="4000"/>
              <a:buChar char="•"/>
              <a:defRPr b="1" sz="4000">
                <a:solidFill>
                  <a:schemeClr val="lt1"/>
                </a:solidFill>
              </a:defRPr>
            </a:lvl4pPr>
            <a:lvl5pPr indent="-482600" lvl="4" marL="2286000" algn="l">
              <a:lnSpc>
                <a:spcPct val="90000"/>
              </a:lnSpc>
              <a:spcBef>
                <a:spcPts val="500"/>
              </a:spcBef>
              <a:spcAft>
                <a:spcPts val="0"/>
              </a:spcAft>
              <a:buClr>
                <a:schemeClr val="lt1"/>
              </a:buClr>
              <a:buSzPts val="4000"/>
              <a:buChar char="•"/>
              <a:defRPr b="1" sz="4000">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11" name="Google Shape;111;p33"/>
          <p:cNvSpPr txBox="1"/>
          <p:nvPr>
            <p:ph idx="8" type="body"/>
          </p:nvPr>
        </p:nvSpPr>
        <p:spPr>
          <a:xfrm>
            <a:off x="8448502" y="4478213"/>
            <a:ext cx="2733675" cy="557213"/>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2000"/>
              <a:buFont typeface="Montserrat"/>
              <a:buNone/>
              <a:defRPr b="1" sz="2000">
                <a:solidFill>
                  <a:schemeClr val="lt1"/>
                </a:solidFill>
              </a:defRPr>
            </a:lvl1pPr>
            <a:lvl2pPr indent="-381000" lvl="1" marL="914400" algn="l">
              <a:lnSpc>
                <a:spcPct val="90000"/>
              </a:lnSpc>
              <a:spcBef>
                <a:spcPts val="500"/>
              </a:spcBef>
              <a:spcAft>
                <a:spcPts val="0"/>
              </a:spcAft>
              <a:buClr>
                <a:schemeClr val="lt1"/>
              </a:buClr>
              <a:buSzPts val="2400"/>
              <a:buChar char="•"/>
              <a:defRPr>
                <a:solidFill>
                  <a:schemeClr val="lt1"/>
                </a:solidFill>
              </a:defRPr>
            </a:lvl2pPr>
            <a:lvl3pPr indent="-355600" lvl="2" marL="1371600" algn="l">
              <a:lnSpc>
                <a:spcPct val="90000"/>
              </a:lnSpc>
              <a:spcBef>
                <a:spcPts val="500"/>
              </a:spcBef>
              <a:spcAft>
                <a:spcPts val="0"/>
              </a:spcAft>
              <a:buClr>
                <a:schemeClr val="lt1"/>
              </a:buClr>
              <a:buSzPts val="2000"/>
              <a:buChar char="•"/>
              <a:defRPr>
                <a:solidFill>
                  <a:schemeClr val="lt1"/>
                </a:solidFill>
              </a:defRPr>
            </a:lvl3pPr>
            <a:lvl4pPr indent="-342900" lvl="3" marL="1828800" algn="l">
              <a:lnSpc>
                <a:spcPct val="90000"/>
              </a:lnSpc>
              <a:spcBef>
                <a:spcPts val="500"/>
              </a:spcBef>
              <a:spcAft>
                <a:spcPts val="0"/>
              </a:spcAft>
              <a:buClr>
                <a:schemeClr val="lt1"/>
              </a:buClr>
              <a:buSzPts val="1800"/>
              <a:buChar char="•"/>
              <a:defRPr>
                <a:solidFill>
                  <a:schemeClr val="lt1"/>
                </a:solidFill>
              </a:defRPr>
            </a:lvl4pPr>
            <a:lvl5pPr indent="-342900" lvl="4" marL="2286000" algn="l">
              <a:lnSpc>
                <a:spcPct val="90000"/>
              </a:lnSpc>
              <a:spcBef>
                <a:spcPts val="500"/>
              </a:spcBef>
              <a:spcAft>
                <a:spcPts val="0"/>
              </a:spcAft>
              <a:buClr>
                <a:schemeClr val="lt1"/>
              </a:buClr>
              <a:buSzPts val="1800"/>
              <a:buChar char="•"/>
              <a:defRPr>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12" name="Google Shape;112;p33"/>
          <p:cNvSpPr txBox="1"/>
          <p:nvPr>
            <p:ph idx="9" type="body"/>
          </p:nvPr>
        </p:nvSpPr>
        <p:spPr>
          <a:xfrm>
            <a:off x="3516283" y="3284445"/>
            <a:ext cx="2733675" cy="540573"/>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1400"/>
              <a:buFont typeface="Montserrat"/>
              <a:buNone/>
              <a:defRPr sz="1400">
                <a:solidFill>
                  <a:schemeClr val="lt1"/>
                </a:solidFill>
              </a:defRPr>
            </a:lvl1pPr>
            <a:lvl2pPr indent="-381000" lvl="1" marL="914400" algn="l">
              <a:lnSpc>
                <a:spcPct val="90000"/>
              </a:lnSpc>
              <a:spcBef>
                <a:spcPts val="500"/>
              </a:spcBef>
              <a:spcAft>
                <a:spcPts val="0"/>
              </a:spcAft>
              <a:buClr>
                <a:schemeClr val="lt1"/>
              </a:buClr>
              <a:buSzPts val="2400"/>
              <a:buChar char="•"/>
              <a:defRPr>
                <a:solidFill>
                  <a:schemeClr val="lt1"/>
                </a:solidFill>
              </a:defRPr>
            </a:lvl2pPr>
            <a:lvl3pPr indent="-355600" lvl="2" marL="1371600" algn="l">
              <a:lnSpc>
                <a:spcPct val="90000"/>
              </a:lnSpc>
              <a:spcBef>
                <a:spcPts val="500"/>
              </a:spcBef>
              <a:spcAft>
                <a:spcPts val="0"/>
              </a:spcAft>
              <a:buClr>
                <a:schemeClr val="lt1"/>
              </a:buClr>
              <a:buSzPts val="2000"/>
              <a:buChar char="•"/>
              <a:defRPr>
                <a:solidFill>
                  <a:schemeClr val="lt1"/>
                </a:solidFill>
              </a:defRPr>
            </a:lvl3pPr>
            <a:lvl4pPr indent="-342900" lvl="3" marL="1828800" algn="l">
              <a:lnSpc>
                <a:spcPct val="90000"/>
              </a:lnSpc>
              <a:spcBef>
                <a:spcPts val="500"/>
              </a:spcBef>
              <a:spcAft>
                <a:spcPts val="0"/>
              </a:spcAft>
              <a:buClr>
                <a:schemeClr val="lt1"/>
              </a:buClr>
              <a:buSzPts val="1800"/>
              <a:buChar char="•"/>
              <a:defRPr>
                <a:solidFill>
                  <a:schemeClr val="lt1"/>
                </a:solidFill>
              </a:defRPr>
            </a:lvl4pPr>
            <a:lvl5pPr indent="-342900" lvl="4" marL="2286000" algn="l">
              <a:lnSpc>
                <a:spcPct val="90000"/>
              </a:lnSpc>
              <a:spcBef>
                <a:spcPts val="500"/>
              </a:spcBef>
              <a:spcAft>
                <a:spcPts val="0"/>
              </a:spcAft>
              <a:buClr>
                <a:schemeClr val="lt1"/>
              </a:buClr>
              <a:buSzPts val="1800"/>
              <a:buChar char="•"/>
              <a:defRPr>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13" name="Google Shape;113;p33"/>
          <p:cNvSpPr txBox="1"/>
          <p:nvPr>
            <p:ph idx="13" type="body"/>
          </p:nvPr>
        </p:nvSpPr>
        <p:spPr>
          <a:xfrm>
            <a:off x="3516283" y="4874231"/>
            <a:ext cx="2733675" cy="540573"/>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1400"/>
              <a:buFont typeface="Montserrat"/>
              <a:buNone/>
              <a:defRPr sz="1400">
                <a:solidFill>
                  <a:schemeClr val="lt1"/>
                </a:solidFill>
              </a:defRPr>
            </a:lvl1pPr>
            <a:lvl2pPr indent="-381000" lvl="1" marL="914400" algn="l">
              <a:lnSpc>
                <a:spcPct val="90000"/>
              </a:lnSpc>
              <a:spcBef>
                <a:spcPts val="500"/>
              </a:spcBef>
              <a:spcAft>
                <a:spcPts val="0"/>
              </a:spcAft>
              <a:buClr>
                <a:schemeClr val="lt1"/>
              </a:buClr>
              <a:buSzPts val="2400"/>
              <a:buChar char="•"/>
              <a:defRPr>
                <a:solidFill>
                  <a:schemeClr val="lt1"/>
                </a:solidFill>
              </a:defRPr>
            </a:lvl2pPr>
            <a:lvl3pPr indent="-355600" lvl="2" marL="1371600" algn="l">
              <a:lnSpc>
                <a:spcPct val="90000"/>
              </a:lnSpc>
              <a:spcBef>
                <a:spcPts val="500"/>
              </a:spcBef>
              <a:spcAft>
                <a:spcPts val="0"/>
              </a:spcAft>
              <a:buClr>
                <a:schemeClr val="lt1"/>
              </a:buClr>
              <a:buSzPts val="2000"/>
              <a:buChar char="•"/>
              <a:defRPr>
                <a:solidFill>
                  <a:schemeClr val="lt1"/>
                </a:solidFill>
              </a:defRPr>
            </a:lvl3pPr>
            <a:lvl4pPr indent="-342900" lvl="3" marL="1828800" algn="l">
              <a:lnSpc>
                <a:spcPct val="90000"/>
              </a:lnSpc>
              <a:spcBef>
                <a:spcPts val="500"/>
              </a:spcBef>
              <a:spcAft>
                <a:spcPts val="0"/>
              </a:spcAft>
              <a:buClr>
                <a:schemeClr val="lt1"/>
              </a:buClr>
              <a:buSzPts val="1800"/>
              <a:buChar char="•"/>
              <a:defRPr>
                <a:solidFill>
                  <a:schemeClr val="lt1"/>
                </a:solidFill>
              </a:defRPr>
            </a:lvl4pPr>
            <a:lvl5pPr indent="-342900" lvl="4" marL="2286000" algn="l">
              <a:lnSpc>
                <a:spcPct val="90000"/>
              </a:lnSpc>
              <a:spcBef>
                <a:spcPts val="500"/>
              </a:spcBef>
              <a:spcAft>
                <a:spcPts val="0"/>
              </a:spcAft>
              <a:buClr>
                <a:schemeClr val="lt1"/>
              </a:buClr>
              <a:buSzPts val="1800"/>
              <a:buChar char="•"/>
              <a:defRPr>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14" name="Google Shape;114;p33"/>
          <p:cNvSpPr txBox="1"/>
          <p:nvPr>
            <p:ph idx="14" type="body"/>
          </p:nvPr>
        </p:nvSpPr>
        <p:spPr>
          <a:xfrm>
            <a:off x="8448501" y="3284444"/>
            <a:ext cx="2733675" cy="540573"/>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1400"/>
              <a:buFont typeface="Montserrat"/>
              <a:buNone/>
              <a:defRPr sz="1400">
                <a:solidFill>
                  <a:schemeClr val="lt1"/>
                </a:solidFill>
              </a:defRPr>
            </a:lvl1pPr>
            <a:lvl2pPr indent="-381000" lvl="1" marL="914400" algn="l">
              <a:lnSpc>
                <a:spcPct val="90000"/>
              </a:lnSpc>
              <a:spcBef>
                <a:spcPts val="500"/>
              </a:spcBef>
              <a:spcAft>
                <a:spcPts val="0"/>
              </a:spcAft>
              <a:buClr>
                <a:schemeClr val="lt1"/>
              </a:buClr>
              <a:buSzPts val="2400"/>
              <a:buChar char="•"/>
              <a:defRPr>
                <a:solidFill>
                  <a:schemeClr val="lt1"/>
                </a:solidFill>
              </a:defRPr>
            </a:lvl2pPr>
            <a:lvl3pPr indent="-355600" lvl="2" marL="1371600" algn="l">
              <a:lnSpc>
                <a:spcPct val="90000"/>
              </a:lnSpc>
              <a:spcBef>
                <a:spcPts val="500"/>
              </a:spcBef>
              <a:spcAft>
                <a:spcPts val="0"/>
              </a:spcAft>
              <a:buClr>
                <a:schemeClr val="lt1"/>
              </a:buClr>
              <a:buSzPts val="2000"/>
              <a:buChar char="•"/>
              <a:defRPr>
                <a:solidFill>
                  <a:schemeClr val="lt1"/>
                </a:solidFill>
              </a:defRPr>
            </a:lvl3pPr>
            <a:lvl4pPr indent="-342900" lvl="3" marL="1828800" algn="l">
              <a:lnSpc>
                <a:spcPct val="90000"/>
              </a:lnSpc>
              <a:spcBef>
                <a:spcPts val="500"/>
              </a:spcBef>
              <a:spcAft>
                <a:spcPts val="0"/>
              </a:spcAft>
              <a:buClr>
                <a:schemeClr val="lt1"/>
              </a:buClr>
              <a:buSzPts val="1800"/>
              <a:buChar char="•"/>
              <a:defRPr>
                <a:solidFill>
                  <a:schemeClr val="lt1"/>
                </a:solidFill>
              </a:defRPr>
            </a:lvl4pPr>
            <a:lvl5pPr indent="-342900" lvl="4" marL="2286000" algn="l">
              <a:lnSpc>
                <a:spcPct val="90000"/>
              </a:lnSpc>
              <a:spcBef>
                <a:spcPts val="500"/>
              </a:spcBef>
              <a:spcAft>
                <a:spcPts val="0"/>
              </a:spcAft>
              <a:buClr>
                <a:schemeClr val="lt1"/>
              </a:buClr>
              <a:buSzPts val="1800"/>
              <a:buChar char="•"/>
              <a:defRPr>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15" name="Google Shape;115;p33"/>
          <p:cNvSpPr txBox="1"/>
          <p:nvPr>
            <p:ph idx="15" type="body"/>
          </p:nvPr>
        </p:nvSpPr>
        <p:spPr>
          <a:xfrm>
            <a:off x="8448500" y="4893727"/>
            <a:ext cx="2733675" cy="540573"/>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1400"/>
              <a:buFont typeface="Montserrat"/>
              <a:buNone/>
              <a:defRPr sz="1400">
                <a:solidFill>
                  <a:schemeClr val="lt1"/>
                </a:solidFill>
              </a:defRPr>
            </a:lvl1pPr>
            <a:lvl2pPr indent="-381000" lvl="1" marL="914400" algn="l">
              <a:lnSpc>
                <a:spcPct val="90000"/>
              </a:lnSpc>
              <a:spcBef>
                <a:spcPts val="500"/>
              </a:spcBef>
              <a:spcAft>
                <a:spcPts val="0"/>
              </a:spcAft>
              <a:buClr>
                <a:schemeClr val="lt1"/>
              </a:buClr>
              <a:buSzPts val="2400"/>
              <a:buChar char="•"/>
              <a:defRPr>
                <a:solidFill>
                  <a:schemeClr val="lt1"/>
                </a:solidFill>
              </a:defRPr>
            </a:lvl2pPr>
            <a:lvl3pPr indent="-355600" lvl="2" marL="1371600" algn="l">
              <a:lnSpc>
                <a:spcPct val="90000"/>
              </a:lnSpc>
              <a:spcBef>
                <a:spcPts val="500"/>
              </a:spcBef>
              <a:spcAft>
                <a:spcPts val="0"/>
              </a:spcAft>
              <a:buClr>
                <a:schemeClr val="lt1"/>
              </a:buClr>
              <a:buSzPts val="2000"/>
              <a:buChar char="•"/>
              <a:defRPr>
                <a:solidFill>
                  <a:schemeClr val="lt1"/>
                </a:solidFill>
              </a:defRPr>
            </a:lvl3pPr>
            <a:lvl4pPr indent="-342900" lvl="3" marL="1828800" algn="l">
              <a:lnSpc>
                <a:spcPct val="90000"/>
              </a:lnSpc>
              <a:spcBef>
                <a:spcPts val="500"/>
              </a:spcBef>
              <a:spcAft>
                <a:spcPts val="0"/>
              </a:spcAft>
              <a:buClr>
                <a:schemeClr val="lt1"/>
              </a:buClr>
              <a:buSzPts val="1800"/>
              <a:buChar char="•"/>
              <a:defRPr>
                <a:solidFill>
                  <a:schemeClr val="lt1"/>
                </a:solidFill>
              </a:defRPr>
            </a:lvl4pPr>
            <a:lvl5pPr indent="-342900" lvl="4" marL="2286000" algn="l">
              <a:lnSpc>
                <a:spcPct val="90000"/>
              </a:lnSpc>
              <a:spcBef>
                <a:spcPts val="500"/>
              </a:spcBef>
              <a:spcAft>
                <a:spcPts val="0"/>
              </a:spcAft>
              <a:buClr>
                <a:schemeClr val="lt1"/>
              </a:buClr>
              <a:buSzPts val="1800"/>
              <a:buChar char="•"/>
              <a:defRPr>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id="116" name="Google Shape;116;p33"/>
          <p:cNvPicPr preferRelativeResize="0"/>
          <p:nvPr/>
        </p:nvPicPr>
        <p:blipFill rotWithShape="1">
          <a:blip r:embed="rId3">
            <a:alphaModFix/>
          </a:blip>
          <a:srcRect b="0" l="0" r="0" t="0"/>
          <a:stretch/>
        </p:blipFill>
        <p:spPr>
          <a:xfrm>
            <a:off x="9955475" y="328227"/>
            <a:ext cx="1809802" cy="88277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spTree>
      <p:nvGrpSpPr>
        <p:cNvPr id="117" name="Shape 117"/>
        <p:cNvGrpSpPr/>
        <p:nvPr/>
      </p:nvGrpSpPr>
      <p:grpSpPr>
        <a:xfrm>
          <a:off x="0" y="0"/>
          <a:ext cx="0" cy="0"/>
          <a:chOff x="0" y="0"/>
          <a:chExt cx="0" cy="0"/>
        </a:xfrm>
      </p:grpSpPr>
      <p:sp>
        <p:nvSpPr>
          <p:cNvPr id="118" name="Google Shape;118;p45"/>
          <p:cNvSpPr txBox="1"/>
          <p:nvPr>
            <p:ph type="title"/>
          </p:nvPr>
        </p:nvSpPr>
        <p:spPr>
          <a:xfrm>
            <a:off x="838200" y="509145"/>
            <a:ext cx="8463742" cy="945588"/>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BE2727"/>
              </a:buClr>
              <a:buSzPts val="2800"/>
              <a:buFont typeface="Montserrat ExtraBold"/>
              <a:buNone/>
              <a:defRPr b="1" sz="2800">
                <a:solidFill>
                  <a:srgbClr val="BE2727"/>
                </a:solidFill>
                <a:latin typeface="Montserrat ExtraBold"/>
                <a:ea typeface="Montserrat ExtraBold"/>
                <a:cs typeface="Montserrat ExtraBold"/>
                <a:sym typeface="Montserrat ExtraBold"/>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119" name="Google Shape;119;p45"/>
          <p:cNvPicPr preferRelativeResize="0"/>
          <p:nvPr/>
        </p:nvPicPr>
        <p:blipFill rotWithShape="1">
          <a:blip r:embed="rId2">
            <a:alphaModFix/>
          </a:blip>
          <a:srcRect b="0" l="0" r="0" t="0"/>
          <a:stretch/>
        </p:blipFill>
        <p:spPr>
          <a:xfrm>
            <a:off x="11087100" y="5837237"/>
            <a:ext cx="1104900" cy="1038225"/>
          </a:xfrm>
          <a:prstGeom prst="rect">
            <a:avLst/>
          </a:prstGeom>
          <a:noFill/>
          <a:ln>
            <a:noFill/>
          </a:ln>
        </p:spPr>
      </p:pic>
      <p:pic>
        <p:nvPicPr>
          <p:cNvPr id="120" name="Google Shape;120;p45"/>
          <p:cNvPicPr preferRelativeResize="0"/>
          <p:nvPr/>
        </p:nvPicPr>
        <p:blipFill rotWithShape="1">
          <a:blip r:embed="rId3">
            <a:alphaModFix/>
          </a:blip>
          <a:srcRect b="0" l="0" r="0" t="0"/>
          <a:stretch/>
        </p:blipFill>
        <p:spPr>
          <a:xfrm>
            <a:off x="838200" y="0"/>
            <a:ext cx="2860964" cy="315884"/>
          </a:xfrm>
          <a:prstGeom prst="rect">
            <a:avLst/>
          </a:prstGeom>
          <a:noFill/>
          <a:ln>
            <a:noFill/>
          </a:ln>
        </p:spPr>
      </p:pic>
      <p:sp>
        <p:nvSpPr>
          <p:cNvPr id="121" name="Google Shape;121;p45"/>
          <p:cNvSpPr txBox="1"/>
          <p:nvPr>
            <p:ph idx="12" type="sldNum"/>
          </p:nvPr>
        </p:nvSpPr>
        <p:spPr>
          <a:xfrm>
            <a:off x="11546379" y="6356350"/>
            <a:ext cx="455814"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1" i="0" sz="1200" u="none" cap="none" strike="noStrike">
                <a:solidFill>
                  <a:schemeClr val="lt1"/>
                </a:solidFill>
                <a:latin typeface="Montserrat"/>
                <a:ea typeface="Montserrat"/>
                <a:cs typeface="Montserrat"/>
                <a:sym typeface="Montserrat"/>
              </a:defRPr>
            </a:lvl1pPr>
            <a:lvl2pPr indent="0" lvl="1" marL="0" marR="0" algn="r">
              <a:lnSpc>
                <a:spcPct val="100000"/>
              </a:lnSpc>
              <a:spcBef>
                <a:spcPts val="0"/>
              </a:spcBef>
              <a:spcAft>
                <a:spcPts val="0"/>
              </a:spcAft>
              <a:buClr>
                <a:srgbClr val="000000"/>
              </a:buClr>
              <a:buSzPts val="1200"/>
              <a:buFont typeface="Arial"/>
              <a:buNone/>
              <a:defRPr b="1" i="0" sz="1200" u="none" cap="none" strike="noStrike">
                <a:solidFill>
                  <a:schemeClr val="lt1"/>
                </a:solidFill>
                <a:latin typeface="Montserrat"/>
                <a:ea typeface="Montserrat"/>
                <a:cs typeface="Montserrat"/>
                <a:sym typeface="Montserrat"/>
              </a:defRPr>
            </a:lvl2pPr>
            <a:lvl3pPr indent="0" lvl="2" marL="0" marR="0" algn="r">
              <a:lnSpc>
                <a:spcPct val="100000"/>
              </a:lnSpc>
              <a:spcBef>
                <a:spcPts val="0"/>
              </a:spcBef>
              <a:spcAft>
                <a:spcPts val="0"/>
              </a:spcAft>
              <a:buClr>
                <a:srgbClr val="000000"/>
              </a:buClr>
              <a:buSzPts val="1200"/>
              <a:buFont typeface="Arial"/>
              <a:buNone/>
              <a:defRPr b="1" i="0" sz="1200" u="none" cap="none" strike="noStrike">
                <a:solidFill>
                  <a:schemeClr val="lt1"/>
                </a:solidFill>
                <a:latin typeface="Montserrat"/>
                <a:ea typeface="Montserrat"/>
                <a:cs typeface="Montserrat"/>
                <a:sym typeface="Montserrat"/>
              </a:defRPr>
            </a:lvl3pPr>
            <a:lvl4pPr indent="0" lvl="3" marL="0" marR="0" algn="r">
              <a:lnSpc>
                <a:spcPct val="100000"/>
              </a:lnSpc>
              <a:spcBef>
                <a:spcPts val="0"/>
              </a:spcBef>
              <a:spcAft>
                <a:spcPts val="0"/>
              </a:spcAft>
              <a:buClr>
                <a:srgbClr val="000000"/>
              </a:buClr>
              <a:buSzPts val="1200"/>
              <a:buFont typeface="Arial"/>
              <a:buNone/>
              <a:defRPr b="1" i="0" sz="1200" u="none" cap="none" strike="noStrike">
                <a:solidFill>
                  <a:schemeClr val="lt1"/>
                </a:solidFill>
                <a:latin typeface="Montserrat"/>
                <a:ea typeface="Montserrat"/>
                <a:cs typeface="Montserrat"/>
                <a:sym typeface="Montserrat"/>
              </a:defRPr>
            </a:lvl4pPr>
            <a:lvl5pPr indent="0" lvl="4" marL="0" marR="0" algn="r">
              <a:lnSpc>
                <a:spcPct val="100000"/>
              </a:lnSpc>
              <a:spcBef>
                <a:spcPts val="0"/>
              </a:spcBef>
              <a:spcAft>
                <a:spcPts val="0"/>
              </a:spcAft>
              <a:buClr>
                <a:srgbClr val="000000"/>
              </a:buClr>
              <a:buSzPts val="1200"/>
              <a:buFont typeface="Arial"/>
              <a:buNone/>
              <a:defRPr b="1" i="0" sz="1200" u="none" cap="none" strike="noStrike">
                <a:solidFill>
                  <a:schemeClr val="lt1"/>
                </a:solidFill>
                <a:latin typeface="Montserrat"/>
                <a:ea typeface="Montserrat"/>
                <a:cs typeface="Montserrat"/>
                <a:sym typeface="Montserrat"/>
              </a:defRPr>
            </a:lvl5pPr>
            <a:lvl6pPr indent="0" lvl="5" marL="0" marR="0" algn="r">
              <a:lnSpc>
                <a:spcPct val="100000"/>
              </a:lnSpc>
              <a:spcBef>
                <a:spcPts val="0"/>
              </a:spcBef>
              <a:spcAft>
                <a:spcPts val="0"/>
              </a:spcAft>
              <a:buClr>
                <a:srgbClr val="000000"/>
              </a:buClr>
              <a:buSzPts val="1200"/>
              <a:buFont typeface="Arial"/>
              <a:buNone/>
              <a:defRPr b="1" i="0" sz="1200" u="none" cap="none" strike="noStrike">
                <a:solidFill>
                  <a:schemeClr val="lt1"/>
                </a:solidFill>
                <a:latin typeface="Montserrat"/>
                <a:ea typeface="Montserrat"/>
                <a:cs typeface="Montserrat"/>
                <a:sym typeface="Montserrat"/>
              </a:defRPr>
            </a:lvl6pPr>
            <a:lvl7pPr indent="0" lvl="6" marL="0" marR="0" algn="r">
              <a:lnSpc>
                <a:spcPct val="100000"/>
              </a:lnSpc>
              <a:spcBef>
                <a:spcPts val="0"/>
              </a:spcBef>
              <a:spcAft>
                <a:spcPts val="0"/>
              </a:spcAft>
              <a:buClr>
                <a:srgbClr val="000000"/>
              </a:buClr>
              <a:buSzPts val="1200"/>
              <a:buFont typeface="Arial"/>
              <a:buNone/>
              <a:defRPr b="1" i="0" sz="1200" u="none" cap="none" strike="noStrike">
                <a:solidFill>
                  <a:schemeClr val="lt1"/>
                </a:solidFill>
                <a:latin typeface="Montserrat"/>
                <a:ea typeface="Montserrat"/>
                <a:cs typeface="Montserrat"/>
                <a:sym typeface="Montserrat"/>
              </a:defRPr>
            </a:lvl7pPr>
            <a:lvl8pPr indent="0" lvl="7" marL="0" marR="0" algn="r">
              <a:lnSpc>
                <a:spcPct val="100000"/>
              </a:lnSpc>
              <a:spcBef>
                <a:spcPts val="0"/>
              </a:spcBef>
              <a:spcAft>
                <a:spcPts val="0"/>
              </a:spcAft>
              <a:buClr>
                <a:srgbClr val="000000"/>
              </a:buClr>
              <a:buSzPts val="1200"/>
              <a:buFont typeface="Arial"/>
              <a:buNone/>
              <a:defRPr b="1" i="0" sz="1200" u="none" cap="none" strike="noStrike">
                <a:solidFill>
                  <a:schemeClr val="lt1"/>
                </a:solidFill>
                <a:latin typeface="Montserrat"/>
                <a:ea typeface="Montserrat"/>
                <a:cs typeface="Montserrat"/>
                <a:sym typeface="Montserrat"/>
              </a:defRPr>
            </a:lvl8pPr>
            <a:lvl9pPr indent="0" lvl="8" marL="0" marR="0" algn="r">
              <a:lnSpc>
                <a:spcPct val="100000"/>
              </a:lnSpc>
              <a:spcBef>
                <a:spcPts val="0"/>
              </a:spcBef>
              <a:spcAft>
                <a:spcPts val="0"/>
              </a:spcAft>
              <a:buClr>
                <a:srgbClr val="000000"/>
              </a:buClr>
              <a:buSzPts val="1200"/>
              <a:buFont typeface="Arial"/>
              <a:buNone/>
              <a:defRPr b="1" i="0" sz="1200" u="none" cap="none" strike="noStrike">
                <a:solidFill>
                  <a:schemeClr val="lt1"/>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en-US"/>
              <a:t>‹#›</a:t>
            </a:fld>
            <a:endParaRPr/>
          </a:p>
        </p:txBody>
      </p:sp>
      <p:sp>
        <p:nvSpPr>
          <p:cNvPr id="122" name="Google Shape;122;p45"/>
          <p:cNvSpPr txBox="1"/>
          <p:nvPr>
            <p:ph idx="1" type="body"/>
          </p:nvPr>
        </p:nvSpPr>
        <p:spPr>
          <a:xfrm>
            <a:off x="838200" y="1680599"/>
            <a:ext cx="10641676" cy="5040876"/>
          </a:xfrm>
          <a:prstGeom prst="rect">
            <a:avLst/>
          </a:prstGeom>
          <a:noFill/>
          <a:ln>
            <a:noFill/>
          </a:ln>
        </p:spPr>
        <p:txBody>
          <a:bodyPr anchorCtr="0" anchor="t" bIns="45700" lIns="91425" spcFirstLastPara="1" rIns="91425" wrap="square" tIns="45700">
            <a:normAutofit/>
          </a:bodyPr>
          <a:lstStyle>
            <a:lvl1pPr indent="-391160" lvl="0" marL="457200" algn="l">
              <a:lnSpc>
                <a:spcPct val="90000"/>
              </a:lnSpc>
              <a:spcBef>
                <a:spcPts val="1000"/>
              </a:spcBef>
              <a:spcAft>
                <a:spcPts val="0"/>
              </a:spcAft>
              <a:buClr>
                <a:srgbClr val="C00000"/>
              </a:buClr>
              <a:buSzPts val="2560"/>
              <a:buFont typeface="Arial"/>
              <a:buChar char="•"/>
              <a:defRPr sz="1600"/>
            </a:lvl1pPr>
            <a:lvl2pPr indent="-310896" lvl="1" marL="914400" algn="l">
              <a:lnSpc>
                <a:spcPct val="90000"/>
              </a:lnSpc>
              <a:spcBef>
                <a:spcPts val="500"/>
              </a:spcBef>
              <a:spcAft>
                <a:spcPts val="0"/>
              </a:spcAft>
              <a:buClr>
                <a:srgbClr val="C00000"/>
              </a:buClr>
              <a:buSzPts val="1296"/>
              <a:buFont typeface="Courier New"/>
              <a:buChar char="o"/>
              <a:defRPr sz="1600"/>
            </a:lvl2pPr>
            <a:lvl3pPr indent="-330200" lvl="2" marL="1371600" algn="l">
              <a:lnSpc>
                <a:spcPct val="90000"/>
              </a:lnSpc>
              <a:spcBef>
                <a:spcPts val="500"/>
              </a:spcBef>
              <a:spcAft>
                <a:spcPts val="0"/>
              </a:spcAft>
              <a:buClr>
                <a:srgbClr val="C00000"/>
              </a:buClr>
              <a:buSzPts val="1600"/>
              <a:buChar char="•"/>
              <a:defRPr sz="1600"/>
            </a:lvl3pPr>
            <a:lvl4pPr indent="-330200" lvl="3" marL="1828800" algn="l">
              <a:lnSpc>
                <a:spcPct val="90000"/>
              </a:lnSpc>
              <a:spcBef>
                <a:spcPts val="500"/>
              </a:spcBef>
              <a:spcAft>
                <a:spcPts val="0"/>
              </a:spcAft>
              <a:buClr>
                <a:srgbClr val="C00000"/>
              </a:buClr>
              <a:buSzPts val="1600"/>
              <a:buChar char="•"/>
              <a:defRPr sz="1600"/>
            </a:lvl4pPr>
            <a:lvl5pPr indent="-330200" lvl="4" marL="2286000" algn="l">
              <a:lnSpc>
                <a:spcPct val="90000"/>
              </a:lnSpc>
              <a:spcBef>
                <a:spcPts val="500"/>
              </a:spcBef>
              <a:spcAft>
                <a:spcPts val="0"/>
              </a:spcAft>
              <a:buClr>
                <a:srgbClr val="C00000"/>
              </a:buClr>
              <a:buSzPts val="1600"/>
              <a:buChar char="•"/>
              <a:defRPr sz="16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id="123" name="Google Shape;123;p45"/>
          <p:cNvPicPr preferRelativeResize="0"/>
          <p:nvPr/>
        </p:nvPicPr>
        <p:blipFill rotWithShape="1">
          <a:blip r:embed="rId4">
            <a:alphaModFix/>
          </a:blip>
          <a:srcRect b="0" l="0" r="0" t="0"/>
          <a:stretch/>
        </p:blipFill>
        <p:spPr>
          <a:xfrm>
            <a:off x="9898625" y="326475"/>
            <a:ext cx="1856773" cy="905726"/>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p:cSld name="Comparison">
    <p:spTree>
      <p:nvGrpSpPr>
        <p:cNvPr id="124" name="Shape 124"/>
        <p:cNvGrpSpPr/>
        <p:nvPr/>
      </p:nvGrpSpPr>
      <p:grpSpPr>
        <a:xfrm>
          <a:off x="0" y="0"/>
          <a:ext cx="0" cy="0"/>
          <a:chOff x="0" y="0"/>
          <a:chExt cx="0" cy="0"/>
        </a:xfrm>
      </p:grpSpPr>
      <p:sp>
        <p:nvSpPr>
          <p:cNvPr id="125" name="Google Shape;125;p46"/>
          <p:cNvSpPr txBox="1"/>
          <p:nvPr>
            <p:ph idx="1" type="body"/>
          </p:nvPr>
        </p:nvSpPr>
        <p:spPr>
          <a:xfrm>
            <a:off x="1695999" y="1566639"/>
            <a:ext cx="3175259" cy="823912"/>
          </a:xfrm>
          <a:prstGeom prst="rect">
            <a:avLst/>
          </a:prstGeom>
          <a:noFill/>
          <a:ln>
            <a:noFill/>
          </a:ln>
        </p:spPr>
        <p:txBody>
          <a:bodyPr anchorCtr="0" anchor="t" bIns="45700" lIns="91425" spcFirstLastPara="1" rIns="91425" wrap="square" tIns="45700">
            <a:normAutofit/>
          </a:bodyPr>
          <a:lstStyle>
            <a:lvl1pPr indent="-228600" lvl="0" marL="457200" algn="ctr">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126" name="Google Shape;126;p46"/>
          <p:cNvSpPr txBox="1"/>
          <p:nvPr>
            <p:ph idx="2" type="body"/>
          </p:nvPr>
        </p:nvSpPr>
        <p:spPr>
          <a:xfrm>
            <a:off x="7176164" y="1566639"/>
            <a:ext cx="3175260" cy="823912"/>
          </a:xfrm>
          <a:prstGeom prst="rect">
            <a:avLst/>
          </a:prstGeom>
          <a:noFill/>
          <a:ln>
            <a:noFill/>
          </a:ln>
        </p:spPr>
        <p:txBody>
          <a:bodyPr anchorCtr="0" anchor="t" bIns="45700" lIns="91425" spcFirstLastPara="1" rIns="91425" wrap="square" tIns="45700">
            <a:normAutofit/>
          </a:bodyPr>
          <a:lstStyle>
            <a:lvl1pPr indent="-228600" lvl="0" marL="457200" algn="ctr">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pic>
        <p:nvPicPr>
          <p:cNvPr id="127" name="Google Shape;127;p46"/>
          <p:cNvPicPr preferRelativeResize="0"/>
          <p:nvPr/>
        </p:nvPicPr>
        <p:blipFill rotWithShape="1">
          <a:blip r:embed="rId2">
            <a:alphaModFix/>
          </a:blip>
          <a:srcRect b="0" l="0" r="0" t="0"/>
          <a:stretch/>
        </p:blipFill>
        <p:spPr>
          <a:xfrm>
            <a:off x="838200" y="0"/>
            <a:ext cx="2860964" cy="315884"/>
          </a:xfrm>
          <a:prstGeom prst="rect">
            <a:avLst/>
          </a:prstGeom>
          <a:noFill/>
          <a:ln>
            <a:noFill/>
          </a:ln>
        </p:spPr>
      </p:pic>
      <p:pic>
        <p:nvPicPr>
          <p:cNvPr id="128" name="Google Shape;128;p46"/>
          <p:cNvPicPr preferRelativeResize="0"/>
          <p:nvPr/>
        </p:nvPicPr>
        <p:blipFill rotWithShape="1">
          <a:blip r:embed="rId3">
            <a:alphaModFix/>
          </a:blip>
          <a:srcRect b="0" l="0" r="0" t="0"/>
          <a:stretch/>
        </p:blipFill>
        <p:spPr>
          <a:xfrm>
            <a:off x="11087100" y="5837237"/>
            <a:ext cx="1104900" cy="1038225"/>
          </a:xfrm>
          <a:prstGeom prst="rect">
            <a:avLst/>
          </a:prstGeom>
          <a:noFill/>
          <a:ln>
            <a:noFill/>
          </a:ln>
        </p:spPr>
      </p:pic>
      <p:sp>
        <p:nvSpPr>
          <p:cNvPr id="129" name="Google Shape;129;p46"/>
          <p:cNvSpPr txBox="1"/>
          <p:nvPr/>
        </p:nvSpPr>
        <p:spPr>
          <a:xfrm>
            <a:off x="11546379" y="6356350"/>
            <a:ext cx="455814" cy="365125"/>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1" i="0" lang="en-US" sz="1200" u="none" cap="none" strike="noStrike">
                <a:solidFill>
                  <a:schemeClr val="lt1"/>
                </a:solidFill>
                <a:latin typeface="Montserrat"/>
                <a:ea typeface="Montserrat"/>
                <a:cs typeface="Montserrat"/>
                <a:sym typeface="Montserrat"/>
              </a:rPr>
              <a:t>‹#›</a:t>
            </a:fld>
            <a:endParaRPr b="1" i="0" sz="1200" u="none" cap="none" strike="noStrike">
              <a:solidFill>
                <a:schemeClr val="lt1"/>
              </a:solidFill>
              <a:latin typeface="Montserrat"/>
              <a:ea typeface="Montserrat"/>
              <a:cs typeface="Montserrat"/>
              <a:sym typeface="Montserrat"/>
            </a:endParaRPr>
          </a:p>
        </p:txBody>
      </p:sp>
      <p:sp>
        <p:nvSpPr>
          <p:cNvPr id="130" name="Google Shape;130;p46"/>
          <p:cNvSpPr/>
          <p:nvPr/>
        </p:nvSpPr>
        <p:spPr>
          <a:xfrm>
            <a:off x="2199884" y="2284225"/>
            <a:ext cx="2307266" cy="53163"/>
          </a:xfrm>
          <a:prstGeom prst="rect">
            <a:avLst/>
          </a:prstGeom>
          <a:solidFill>
            <a:srgbClr val="BE272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ontserrat"/>
              <a:ea typeface="Montserrat"/>
              <a:cs typeface="Montserrat"/>
              <a:sym typeface="Montserrat"/>
            </a:endParaRPr>
          </a:p>
        </p:txBody>
      </p:sp>
      <p:sp>
        <p:nvSpPr>
          <p:cNvPr id="131" name="Google Shape;131;p46"/>
          <p:cNvSpPr/>
          <p:nvPr/>
        </p:nvSpPr>
        <p:spPr>
          <a:xfrm>
            <a:off x="7610161" y="2337388"/>
            <a:ext cx="2307266" cy="53163"/>
          </a:xfrm>
          <a:prstGeom prst="rect">
            <a:avLst/>
          </a:prstGeom>
          <a:solidFill>
            <a:srgbClr val="BE272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ontserrat"/>
              <a:ea typeface="Montserrat"/>
              <a:cs typeface="Montserrat"/>
              <a:sym typeface="Montserrat"/>
            </a:endParaRPr>
          </a:p>
        </p:txBody>
      </p:sp>
      <p:sp>
        <p:nvSpPr>
          <p:cNvPr id="132" name="Google Shape;132;p46"/>
          <p:cNvSpPr txBox="1"/>
          <p:nvPr>
            <p:ph idx="3" type="body"/>
          </p:nvPr>
        </p:nvSpPr>
        <p:spPr>
          <a:xfrm>
            <a:off x="838200" y="2524124"/>
            <a:ext cx="5063836" cy="3832226"/>
          </a:xfrm>
          <a:prstGeom prst="rect">
            <a:avLst/>
          </a:prstGeom>
          <a:noFill/>
          <a:ln>
            <a:noFill/>
          </a:ln>
        </p:spPr>
        <p:txBody>
          <a:bodyPr anchorCtr="0" anchor="t" bIns="45700" lIns="91425" spcFirstLastPara="1" rIns="91425" wrap="square" tIns="45700">
            <a:normAutofit/>
          </a:bodyPr>
          <a:lstStyle>
            <a:lvl1pPr indent="-391160" lvl="0" marL="457200" algn="l">
              <a:lnSpc>
                <a:spcPct val="90000"/>
              </a:lnSpc>
              <a:spcBef>
                <a:spcPts val="1000"/>
              </a:spcBef>
              <a:spcAft>
                <a:spcPts val="0"/>
              </a:spcAft>
              <a:buClr>
                <a:srgbClr val="C00000"/>
              </a:buClr>
              <a:buSzPts val="2560"/>
              <a:buFont typeface="Arial"/>
              <a:buChar char="•"/>
              <a:defRPr sz="1600"/>
            </a:lvl1pPr>
            <a:lvl2pPr indent="-310896" lvl="1" marL="914400" algn="l">
              <a:lnSpc>
                <a:spcPct val="90000"/>
              </a:lnSpc>
              <a:spcBef>
                <a:spcPts val="500"/>
              </a:spcBef>
              <a:spcAft>
                <a:spcPts val="0"/>
              </a:spcAft>
              <a:buClr>
                <a:srgbClr val="C00000"/>
              </a:buClr>
              <a:buSzPts val="1296"/>
              <a:buFont typeface="Arial"/>
              <a:buChar char="•"/>
              <a:defRPr sz="1600"/>
            </a:lvl2pPr>
            <a:lvl3pPr indent="-330200" lvl="2" marL="1371600" algn="l">
              <a:lnSpc>
                <a:spcPct val="90000"/>
              </a:lnSpc>
              <a:spcBef>
                <a:spcPts val="500"/>
              </a:spcBef>
              <a:spcAft>
                <a:spcPts val="0"/>
              </a:spcAft>
              <a:buClr>
                <a:srgbClr val="C00000"/>
              </a:buClr>
              <a:buSzPts val="1600"/>
              <a:buFont typeface="Arial"/>
              <a:buChar char="•"/>
              <a:defRPr sz="1600"/>
            </a:lvl3pPr>
            <a:lvl4pPr indent="-330200" lvl="3" marL="1828800" algn="l">
              <a:lnSpc>
                <a:spcPct val="90000"/>
              </a:lnSpc>
              <a:spcBef>
                <a:spcPts val="500"/>
              </a:spcBef>
              <a:spcAft>
                <a:spcPts val="0"/>
              </a:spcAft>
              <a:buClr>
                <a:srgbClr val="C00000"/>
              </a:buClr>
              <a:buSzPts val="1600"/>
              <a:buFont typeface="Arial"/>
              <a:buChar char="•"/>
              <a:defRPr sz="1600"/>
            </a:lvl4pPr>
            <a:lvl5pPr indent="-330200" lvl="4" marL="2286000" algn="l">
              <a:lnSpc>
                <a:spcPct val="90000"/>
              </a:lnSpc>
              <a:spcBef>
                <a:spcPts val="500"/>
              </a:spcBef>
              <a:spcAft>
                <a:spcPts val="0"/>
              </a:spcAft>
              <a:buClr>
                <a:srgbClr val="C00000"/>
              </a:buClr>
              <a:buSzPts val="1600"/>
              <a:buFont typeface="Arial"/>
              <a:buChar char="•"/>
              <a:defRPr sz="16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33" name="Google Shape;133;p46"/>
          <p:cNvSpPr txBox="1"/>
          <p:nvPr>
            <p:ph idx="4" type="body"/>
          </p:nvPr>
        </p:nvSpPr>
        <p:spPr>
          <a:xfrm>
            <a:off x="6137734" y="2524123"/>
            <a:ext cx="5063836" cy="3832226"/>
          </a:xfrm>
          <a:prstGeom prst="rect">
            <a:avLst/>
          </a:prstGeom>
          <a:noFill/>
          <a:ln>
            <a:noFill/>
          </a:ln>
        </p:spPr>
        <p:txBody>
          <a:bodyPr anchorCtr="0" anchor="t" bIns="45700" lIns="91425" spcFirstLastPara="1" rIns="91425" wrap="square" tIns="45700">
            <a:normAutofit/>
          </a:bodyPr>
          <a:lstStyle>
            <a:lvl1pPr indent="-391160" lvl="0" marL="457200" algn="l">
              <a:lnSpc>
                <a:spcPct val="90000"/>
              </a:lnSpc>
              <a:spcBef>
                <a:spcPts val="1000"/>
              </a:spcBef>
              <a:spcAft>
                <a:spcPts val="0"/>
              </a:spcAft>
              <a:buClr>
                <a:srgbClr val="C00000"/>
              </a:buClr>
              <a:buSzPts val="2560"/>
              <a:buFont typeface="Arial"/>
              <a:buChar char="•"/>
              <a:defRPr sz="1600"/>
            </a:lvl1pPr>
            <a:lvl2pPr indent="-310896" lvl="1" marL="914400" algn="l">
              <a:lnSpc>
                <a:spcPct val="90000"/>
              </a:lnSpc>
              <a:spcBef>
                <a:spcPts val="500"/>
              </a:spcBef>
              <a:spcAft>
                <a:spcPts val="0"/>
              </a:spcAft>
              <a:buClr>
                <a:srgbClr val="C00000"/>
              </a:buClr>
              <a:buSzPts val="1296"/>
              <a:buFont typeface="Arial"/>
              <a:buChar char="•"/>
              <a:defRPr sz="1600"/>
            </a:lvl2pPr>
            <a:lvl3pPr indent="-330200" lvl="2" marL="1371600" algn="l">
              <a:lnSpc>
                <a:spcPct val="90000"/>
              </a:lnSpc>
              <a:spcBef>
                <a:spcPts val="500"/>
              </a:spcBef>
              <a:spcAft>
                <a:spcPts val="0"/>
              </a:spcAft>
              <a:buClr>
                <a:srgbClr val="C00000"/>
              </a:buClr>
              <a:buSzPts val="1600"/>
              <a:buFont typeface="Arial"/>
              <a:buChar char="•"/>
              <a:defRPr sz="1600"/>
            </a:lvl3pPr>
            <a:lvl4pPr indent="-330200" lvl="3" marL="1828800" algn="l">
              <a:lnSpc>
                <a:spcPct val="90000"/>
              </a:lnSpc>
              <a:spcBef>
                <a:spcPts val="500"/>
              </a:spcBef>
              <a:spcAft>
                <a:spcPts val="0"/>
              </a:spcAft>
              <a:buClr>
                <a:srgbClr val="C00000"/>
              </a:buClr>
              <a:buSzPts val="1600"/>
              <a:buFont typeface="Arial"/>
              <a:buChar char="•"/>
              <a:defRPr sz="1600"/>
            </a:lvl4pPr>
            <a:lvl5pPr indent="-330200" lvl="4" marL="2286000" algn="l">
              <a:lnSpc>
                <a:spcPct val="90000"/>
              </a:lnSpc>
              <a:spcBef>
                <a:spcPts val="500"/>
              </a:spcBef>
              <a:spcAft>
                <a:spcPts val="0"/>
              </a:spcAft>
              <a:buClr>
                <a:srgbClr val="C00000"/>
              </a:buClr>
              <a:buSzPts val="1600"/>
              <a:buFont typeface="Arial"/>
              <a:buChar char="•"/>
              <a:defRPr sz="16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34" name="Google Shape;134;p46"/>
          <p:cNvSpPr txBox="1"/>
          <p:nvPr>
            <p:ph type="title"/>
          </p:nvPr>
        </p:nvSpPr>
        <p:spPr>
          <a:xfrm>
            <a:off x="838200" y="509145"/>
            <a:ext cx="8463742" cy="945588"/>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BE2727"/>
              </a:buClr>
              <a:buSzPts val="2800"/>
              <a:buFont typeface="Montserrat ExtraBold"/>
              <a:buNone/>
              <a:defRPr b="1" sz="2800">
                <a:solidFill>
                  <a:srgbClr val="BE2727"/>
                </a:solidFill>
                <a:latin typeface="Montserrat ExtraBold"/>
                <a:ea typeface="Montserrat ExtraBold"/>
                <a:cs typeface="Montserrat ExtraBold"/>
                <a:sym typeface="Montserrat ExtraBold"/>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135" name="Google Shape;135;p46"/>
          <p:cNvPicPr preferRelativeResize="0"/>
          <p:nvPr/>
        </p:nvPicPr>
        <p:blipFill rotWithShape="1">
          <a:blip r:embed="rId4">
            <a:alphaModFix/>
          </a:blip>
          <a:srcRect b="0" l="0" r="0" t="0"/>
          <a:stretch/>
        </p:blipFill>
        <p:spPr>
          <a:xfrm>
            <a:off x="9898625" y="326475"/>
            <a:ext cx="1856773" cy="905726"/>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p:cSld name="Content with Caption">
    <p:spTree>
      <p:nvGrpSpPr>
        <p:cNvPr id="136" name="Shape 136"/>
        <p:cNvGrpSpPr/>
        <p:nvPr/>
      </p:nvGrpSpPr>
      <p:grpSpPr>
        <a:xfrm>
          <a:off x="0" y="0"/>
          <a:ext cx="0" cy="0"/>
          <a:chOff x="0" y="0"/>
          <a:chExt cx="0" cy="0"/>
        </a:xfrm>
      </p:grpSpPr>
      <p:sp>
        <p:nvSpPr>
          <p:cNvPr id="137" name="Google Shape;137;p47"/>
          <p:cNvSpPr txBox="1"/>
          <p:nvPr>
            <p:ph idx="1" type="body"/>
          </p:nvPr>
        </p:nvSpPr>
        <p:spPr>
          <a:xfrm>
            <a:off x="838199" y="3672580"/>
            <a:ext cx="3932237" cy="1405053"/>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7F7F7F"/>
              </a:buClr>
              <a:buSzPts val="1600"/>
              <a:buNone/>
              <a:defRPr sz="1600">
                <a:solidFill>
                  <a:srgbClr val="7F7F7F"/>
                </a:solidFill>
              </a:defRPr>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pic>
        <p:nvPicPr>
          <p:cNvPr id="138" name="Google Shape;138;p47"/>
          <p:cNvPicPr preferRelativeResize="0"/>
          <p:nvPr/>
        </p:nvPicPr>
        <p:blipFill rotWithShape="1">
          <a:blip r:embed="rId2">
            <a:alphaModFix/>
          </a:blip>
          <a:srcRect b="0" l="0" r="0" t="0"/>
          <a:stretch/>
        </p:blipFill>
        <p:spPr>
          <a:xfrm>
            <a:off x="838200" y="0"/>
            <a:ext cx="2860964" cy="315884"/>
          </a:xfrm>
          <a:prstGeom prst="rect">
            <a:avLst/>
          </a:prstGeom>
          <a:noFill/>
          <a:ln>
            <a:noFill/>
          </a:ln>
        </p:spPr>
      </p:pic>
      <p:pic>
        <p:nvPicPr>
          <p:cNvPr id="139" name="Google Shape;139;p47"/>
          <p:cNvPicPr preferRelativeResize="0"/>
          <p:nvPr/>
        </p:nvPicPr>
        <p:blipFill rotWithShape="1">
          <a:blip r:embed="rId3">
            <a:alphaModFix/>
          </a:blip>
          <a:srcRect b="0" l="0" r="0" t="0"/>
          <a:stretch/>
        </p:blipFill>
        <p:spPr>
          <a:xfrm>
            <a:off x="11087100" y="5837237"/>
            <a:ext cx="1104900" cy="1038225"/>
          </a:xfrm>
          <a:prstGeom prst="rect">
            <a:avLst/>
          </a:prstGeom>
          <a:noFill/>
          <a:ln>
            <a:noFill/>
          </a:ln>
        </p:spPr>
      </p:pic>
      <p:sp>
        <p:nvSpPr>
          <p:cNvPr id="140" name="Google Shape;140;p47"/>
          <p:cNvSpPr txBox="1"/>
          <p:nvPr/>
        </p:nvSpPr>
        <p:spPr>
          <a:xfrm>
            <a:off x="11546379" y="6356350"/>
            <a:ext cx="455814" cy="365125"/>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1" i="0" lang="en-US" sz="1200" u="none" cap="none" strike="noStrike">
                <a:solidFill>
                  <a:schemeClr val="lt1"/>
                </a:solidFill>
                <a:latin typeface="Montserrat"/>
                <a:ea typeface="Montserrat"/>
                <a:cs typeface="Montserrat"/>
                <a:sym typeface="Montserrat"/>
              </a:rPr>
              <a:t>‹#›</a:t>
            </a:fld>
            <a:endParaRPr b="1" i="0" sz="1200" u="none" cap="none" strike="noStrike">
              <a:solidFill>
                <a:schemeClr val="lt1"/>
              </a:solidFill>
              <a:latin typeface="Montserrat"/>
              <a:ea typeface="Montserrat"/>
              <a:cs typeface="Montserrat"/>
              <a:sym typeface="Montserrat"/>
            </a:endParaRPr>
          </a:p>
        </p:txBody>
      </p:sp>
      <p:sp>
        <p:nvSpPr>
          <p:cNvPr id="141" name="Google Shape;141;p47"/>
          <p:cNvSpPr txBox="1"/>
          <p:nvPr>
            <p:ph idx="2" type="body"/>
          </p:nvPr>
        </p:nvSpPr>
        <p:spPr>
          <a:xfrm>
            <a:off x="803764" y="834017"/>
            <a:ext cx="2978527" cy="2030892"/>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rgbClr val="C00000"/>
              </a:buClr>
              <a:buSzPts val="2800"/>
              <a:buNone/>
              <a:defRPr b="0" sz="2800">
                <a:solidFill>
                  <a:srgbClr val="C00000"/>
                </a:solidFill>
                <a:latin typeface="Montserrat ExtraBold"/>
                <a:ea typeface="Montserrat ExtraBold"/>
                <a:cs typeface="Montserrat ExtraBold"/>
                <a:sym typeface="Montserrat ExtraBold"/>
              </a:defRPr>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142" name="Google Shape;142;p47"/>
          <p:cNvSpPr txBox="1"/>
          <p:nvPr>
            <p:ph idx="3" type="body"/>
          </p:nvPr>
        </p:nvSpPr>
        <p:spPr>
          <a:xfrm>
            <a:off x="5170488" y="1346200"/>
            <a:ext cx="6375400" cy="4887913"/>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rgbClr val="C00000"/>
              </a:buClr>
              <a:buSzPts val="2800"/>
              <a:buChar char="•"/>
              <a:defRPr/>
            </a:lvl1pPr>
            <a:lvl2pPr indent="-381000" lvl="1" marL="914400" algn="l">
              <a:lnSpc>
                <a:spcPct val="90000"/>
              </a:lnSpc>
              <a:spcBef>
                <a:spcPts val="500"/>
              </a:spcBef>
              <a:spcAft>
                <a:spcPts val="0"/>
              </a:spcAft>
              <a:buClr>
                <a:srgbClr val="C00000"/>
              </a:buClr>
              <a:buSzPts val="2400"/>
              <a:buChar char="•"/>
              <a:defRPr/>
            </a:lvl2pPr>
            <a:lvl3pPr indent="-355600" lvl="2" marL="1371600" algn="l">
              <a:lnSpc>
                <a:spcPct val="90000"/>
              </a:lnSpc>
              <a:spcBef>
                <a:spcPts val="500"/>
              </a:spcBef>
              <a:spcAft>
                <a:spcPts val="0"/>
              </a:spcAft>
              <a:buClr>
                <a:srgbClr val="C00000"/>
              </a:buClr>
              <a:buSzPts val="2000"/>
              <a:buChar char="•"/>
              <a:defRPr/>
            </a:lvl3pPr>
            <a:lvl4pPr indent="-342900" lvl="3" marL="1828800" algn="l">
              <a:lnSpc>
                <a:spcPct val="90000"/>
              </a:lnSpc>
              <a:spcBef>
                <a:spcPts val="500"/>
              </a:spcBef>
              <a:spcAft>
                <a:spcPts val="0"/>
              </a:spcAft>
              <a:buClr>
                <a:srgbClr val="C00000"/>
              </a:buClr>
              <a:buSzPts val="1800"/>
              <a:buChar char="•"/>
              <a:defRPr/>
            </a:lvl4pPr>
            <a:lvl5pPr indent="-342900" lvl="4" marL="2286000" algn="l">
              <a:lnSpc>
                <a:spcPct val="90000"/>
              </a:lnSpc>
              <a:spcBef>
                <a:spcPts val="500"/>
              </a:spcBef>
              <a:spcAft>
                <a:spcPts val="0"/>
              </a:spcAft>
              <a:buClr>
                <a:srgbClr val="C00000"/>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id="143" name="Google Shape;143;p47"/>
          <p:cNvPicPr preferRelativeResize="0"/>
          <p:nvPr/>
        </p:nvPicPr>
        <p:blipFill rotWithShape="1">
          <a:blip r:embed="rId4">
            <a:alphaModFix/>
          </a:blip>
          <a:srcRect b="0" l="0" r="0" t="0"/>
          <a:stretch/>
        </p:blipFill>
        <p:spPr>
          <a:xfrm>
            <a:off x="9898625" y="326475"/>
            <a:ext cx="1856773" cy="905726"/>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p:cSld name="Picture with Caption">
    <p:spTree>
      <p:nvGrpSpPr>
        <p:cNvPr id="144" name="Shape 144"/>
        <p:cNvGrpSpPr/>
        <p:nvPr/>
      </p:nvGrpSpPr>
      <p:grpSpPr>
        <a:xfrm>
          <a:off x="0" y="0"/>
          <a:ext cx="0" cy="0"/>
          <a:chOff x="0" y="0"/>
          <a:chExt cx="0" cy="0"/>
        </a:xfrm>
      </p:grpSpPr>
      <p:sp>
        <p:nvSpPr>
          <p:cNvPr id="145" name="Google Shape;145;p48"/>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Montserrat"/>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6" name="Google Shape;146;p48"/>
          <p:cNvSpPr/>
          <p:nvPr>
            <p:ph idx="2" type="pic"/>
          </p:nvPr>
        </p:nvSpPr>
        <p:spPr>
          <a:xfrm>
            <a:off x="5183188" y="987425"/>
            <a:ext cx="6172200" cy="4873625"/>
          </a:xfrm>
          <a:prstGeom prst="rect">
            <a:avLst/>
          </a:prstGeom>
          <a:noFill/>
          <a:ln>
            <a:noFill/>
          </a:ln>
        </p:spPr>
      </p:sp>
      <p:sp>
        <p:nvSpPr>
          <p:cNvPr id="147" name="Google Shape;147;p48"/>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148" name="Google Shape;148;p4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9" name="Google Shape;149;p4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0" name="Google Shape;150;p4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51" name="Shape 151"/>
        <p:cNvGrpSpPr/>
        <p:nvPr/>
      </p:nvGrpSpPr>
      <p:grpSpPr>
        <a:xfrm>
          <a:off x="0" y="0"/>
          <a:ext cx="0" cy="0"/>
          <a:chOff x="0" y="0"/>
          <a:chExt cx="0" cy="0"/>
        </a:xfrm>
      </p:grpSpPr>
      <p:sp>
        <p:nvSpPr>
          <p:cNvPr id="152" name="Google Shape;152;p4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3" name="Google Shape;153;p49"/>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54" name="Google Shape;154;p4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5" name="Google Shape;155;p4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6" name="Google Shape;156;p4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57" name="Shape 157"/>
        <p:cNvGrpSpPr/>
        <p:nvPr/>
      </p:nvGrpSpPr>
      <p:grpSpPr>
        <a:xfrm>
          <a:off x="0" y="0"/>
          <a:ext cx="0" cy="0"/>
          <a:chOff x="0" y="0"/>
          <a:chExt cx="0" cy="0"/>
        </a:xfrm>
      </p:grpSpPr>
      <p:sp>
        <p:nvSpPr>
          <p:cNvPr id="158" name="Google Shape;158;p50"/>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9" name="Google Shape;159;p50"/>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60" name="Google Shape;160;p5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1" name="Google Shape;161;p5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2" name="Google Shape;162;p5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3" name="Shape 163"/>
        <p:cNvGrpSpPr/>
        <p:nvPr/>
      </p:nvGrpSpPr>
      <p:grpSpPr>
        <a:xfrm>
          <a:off x="0" y="0"/>
          <a:ext cx="0" cy="0"/>
          <a:chOff x="0" y="0"/>
          <a:chExt cx="0" cy="0"/>
        </a:xfrm>
      </p:grpSpPr>
      <p:cxnSp>
        <p:nvCxnSpPr>
          <p:cNvPr id="164" name="Google Shape;164;g128e061f2de_0_109"/>
          <p:cNvCxnSpPr/>
          <p:nvPr/>
        </p:nvCxnSpPr>
        <p:spPr>
          <a:xfrm>
            <a:off x="575800" y="6322471"/>
            <a:ext cx="11040300" cy="0"/>
          </a:xfrm>
          <a:prstGeom prst="straightConnector1">
            <a:avLst/>
          </a:prstGeom>
          <a:noFill/>
          <a:ln cap="flat" cmpd="sng" w="9525">
            <a:solidFill>
              <a:srgbClr val="C6C5C5"/>
            </a:solidFill>
            <a:prstDash val="dot"/>
            <a:round/>
            <a:headEnd len="sm" w="sm" type="none"/>
            <a:tailEnd len="sm" w="sm" type="none"/>
          </a:ln>
        </p:spPr>
      </p:cxnSp>
      <p:sp>
        <p:nvSpPr>
          <p:cNvPr id="165" name="Google Shape;165;g128e061f2de_0_109"/>
          <p:cNvSpPr txBox="1"/>
          <p:nvPr>
            <p:ph type="title"/>
          </p:nvPr>
        </p:nvSpPr>
        <p:spPr>
          <a:xfrm>
            <a:off x="415600" y="284933"/>
            <a:ext cx="11360700" cy="620700"/>
          </a:xfrm>
          <a:prstGeom prst="rect">
            <a:avLst/>
          </a:prstGeom>
          <a:noFill/>
          <a:ln>
            <a:noFill/>
          </a:ln>
        </p:spPr>
        <p:txBody>
          <a:bodyPr anchorCtr="0" anchor="t" bIns="121900" lIns="121900" spcFirstLastPara="1" rIns="121900" wrap="square" tIns="121900">
            <a:noAutofit/>
          </a:bodyPr>
          <a:lstStyle>
            <a:lvl1pPr lvl="0" rtl="0" algn="l">
              <a:lnSpc>
                <a:spcPct val="100000"/>
              </a:lnSpc>
              <a:spcBef>
                <a:spcPts val="0"/>
              </a:spcBef>
              <a:spcAft>
                <a:spcPts val="0"/>
              </a:spcAft>
              <a:buClr>
                <a:srgbClr val="566579"/>
              </a:buClr>
              <a:buSzPts val="3700"/>
              <a:buFont typeface="Trebuchet MS"/>
              <a:buNone/>
              <a:defRPr>
                <a:solidFill>
                  <a:srgbClr val="566579"/>
                </a:solidFill>
                <a:latin typeface="Trebuchet MS"/>
                <a:ea typeface="Trebuchet MS"/>
                <a:cs typeface="Trebuchet MS"/>
                <a:sym typeface="Trebuchet MS"/>
              </a:defRPr>
            </a:lvl1pPr>
            <a:lvl2pPr lvl="1" rtl="0" algn="l">
              <a:lnSpc>
                <a:spcPct val="100000"/>
              </a:lnSpc>
              <a:spcBef>
                <a:spcPts val="0"/>
              </a:spcBef>
              <a:spcAft>
                <a:spcPts val="0"/>
              </a:spcAft>
              <a:buSzPts val="3700"/>
              <a:buNone/>
              <a:defRPr/>
            </a:lvl2pPr>
            <a:lvl3pPr lvl="2" rtl="0" algn="l">
              <a:lnSpc>
                <a:spcPct val="100000"/>
              </a:lnSpc>
              <a:spcBef>
                <a:spcPts val="0"/>
              </a:spcBef>
              <a:spcAft>
                <a:spcPts val="0"/>
              </a:spcAft>
              <a:buSzPts val="3700"/>
              <a:buNone/>
              <a:defRPr/>
            </a:lvl3pPr>
            <a:lvl4pPr lvl="3" rtl="0" algn="l">
              <a:lnSpc>
                <a:spcPct val="100000"/>
              </a:lnSpc>
              <a:spcBef>
                <a:spcPts val="0"/>
              </a:spcBef>
              <a:spcAft>
                <a:spcPts val="0"/>
              </a:spcAft>
              <a:buSzPts val="3700"/>
              <a:buNone/>
              <a:defRPr/>
            </a:lvl4pPr>
            <a:lvl5pPr lvl="4" rtl="0" algn="l">
              <a:lnSpc>
                <a:spcPct val="100000"/>
              </a:lnSpc>
              <a:spcBef>
                <a:spcPts val="0"/>
              </a:spcBef>
              <a:spcAft>
                <a:spcPts val="0"/>
              </a:spcAft>
              <a:buSzPts val="3700"/>
              <a:buNone/>
              <a:defRPr/>
            </a:lvl5pPr>
            <a:lvl6pPr lvl="5" rtl="0" algn="l">
              <a:lnSpc>
                <a:spcPct val="100000"/>
              </a:lnSpc>
              <a:spcBef>
                <a:spcPts val="0"/>
              </a:spcBef>
              <a:spcAft>
                <a:spcPts val="0"/>
              </a:spcAft>
              <a:buSzPts val="3700"/>
              <a:buNone/>
              <a:defRPr/>
            </a:lvl6pPr>
            <a:lvl7pPr lvl="6" rtl="0" algn="l">
              <a:lnSpc>
                <a:spcPct val="100000"/>
              </a:lnSpc>
              <a:spcBef>
                <a:spcPts val="0"/>
              </a:spcBef>
              <a:spcAft>
                <a:spcPts val="0"/>
              </a:spcAft>
              <a:buSzPts val="3700"/>
              <a:buNone/>
              <a:defRPr/>
            </a:lvl7pPr>
            <a:lvl8pPr lvl="7" rtl="0" algn="l">
              <a:lnSpc>
                <a:spcPct val="100000"/>
              </a:lnSpc>
              <a:spcBef>
                <a:spcPts val="0"/>
              </a:spcBef>
              <a:spcAft>
                <a:spcPts val="0"/>
              </a:spcAft>
              <a:buSzPts val="3700"/>
              <a:buNone/>
              <a:defRPr/>
            </a:lvl8pPr>
            <a:lvl9pPr lvl="8" rtl="0" algn="l">
              <a:lnSpc>
                <a:spcPct val="100000"/>
              </a:lnSpc>
              <a:spcBef>
                <a:spcPts val="0"/>
              </a:spcBef>
              <a:spcAft>
                <a:spcPts val="0"/>
              </a:spcAft>
              <a:buSzPts val="3700"/>
              <a:buNone/>
              <a:defRPr/>
            </a:lvl9pPr>
          </a:lstStyle>
          <a:p/>
        </p:txBody>
      </p:sp>
      <p:cxnSp>
        <p:nvCxnSpPr>
          <p:cNvPr id="166" name="Google Shape;166;g128e061f2de_0_109"/>
          <p:cNvCxnSpPr/>
          <p:nvPr/>
        </p:nvCxnSpPr>
        <p:spPr>
          <a:xfrm>
            <a:off x="575800" y="1002333"/>
            <a:ext cx="11040300" cy="0"/>
          </a:xfrm>
          <a:prstGeom prst="straightConnector1">
            <a:avLst/>
          </a:prstGeom>
          <a:noFill/>
          <a:ln cap="flat" cmpd="sng" w="9525">
            <a:solidFill>
              <a:srgbClr val="C6C5C5"/>
            </a:solidFill>
            <a:prstDash val="dot"/>
            <a:round/>
            <a:headEnd len="sm" w="sm" type="none"/>
            <a:tailEnd len="sm" w="sm" type="none"/>
          </a:ln>
        </p:spPr>
      </p:cxnSp>
      <p:sp>
        <p:nvSpPr>
          <p:cNvPr id="167" name="Google Shape;167;g128e061f2de_0_109">
            <a:hlinkClick action="ppaction://hlinkshowjump?jump=previousslide"/>
          </p:cNvPr>
          <p:cNvSpPr/>
          <p:nvPr/>
        </p:nvSpPr>
        <p:spPr>
          <a:xfrm rot="2700000">
            <a:off x="11348840" y="6420393"/>
            <a:ext cx="113279" cy="113279"/>
          </a:xfrm>
          <a:prstGeom prst="rtTriangle">
            <a:avLst/>
          </a:prstGeom>
          <a:solidFill>
            <a:srgbClr val="C6C5C5"/>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68" name="Google Shape;168;g128e061f2de_0_109"/>
          <p:cNvSpPr/>
          <p:nvPr/>
        </p:nvSpPr>
        <p:spPr>
          <a:xfrm>
            <a:off x="579075" y="6315167"/>
            <a:ext cx="506400" cy="232800"/>
          </a:xfrm>
          <a:prstGeom prst="rect">
            <a:avLst/>
          </a:prstGeom>
          <a:solidFill>
            <a:srgbClr val="C6C5C5"/>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69" name="Google Shape;169;g128e061f2de_0_109">
            <a:hlinkClick action="ppaction://hlinkshowjump?jump=nextslide"/>
          </p:cNvPr>
          <p:cNvSpPr/>
          <p:nvPr/>
        </p:nvSpPr>
        <p:spPr>
          <a:xfrm rot="-8100000">
            <a:off x="11508840" y="6420194"/>
            <a:ext cx="113279" cy="113279"/>
          </a:xfrm>
          <a:prstGeom prst="rtTriangle">
            <a:avLst/>
          </a:prstGeom>
          <a:solidFill>
            <a:srgbClr val="C6C5C5"/>
          </a:solidFill>
          <a:ln>
            <a:noFill/>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70" name="Google Shape;170;g128e061f2de_0_109"/>
          <p:cNvSpPr txBox="1"/>
          <p:nvPr>
            <p:ph idx="12" type="sldNum"/>
          </p:nvPr>
        </p:nvSpPr>
        <p:spPr>
          <a:xfrm>
            <a:off x="579067" y="6315167"/>
            <a:ext cx="506400" cy="232800"/>
          </a:xfrm>
          <a:prstGeom prst="rect">
            <a:avLst/>
          </a:prstGeom>
          <a:noFill/>
          <a:ln>
            <a:noFill/>
          </a:ln>
        </p:spPr>
        <p:txBody>
          <a:bodyPr anchorCtr="0" anchor="ctr" bIns="121900" lIns="121900" spcFirstLastPara="1" rIns="121900" wrap="square" tIns="121900">
            <a:noAutofit/>
          </a:bodyPr>
          <a:lstStyle>
            <a:lvl1pPr indent="0" lvl="0" marL="0" marR="0" rtl="0" algn="ctr">
              <a:lnSpc>
                <a:spcPct val="100000"/>
              </a:lnSpc>
              <a:spcBef>
                <a:spcPts val="0"/>
              </a:spcBef>
              <a:spcAft>
                <a:spcPts val="0"/>
              </a:spcAft>
              <a:buClr>
                <a:srgbClr val="000000"/>
              </a:buClr>
              <a:buSzPts val="1200"/>
              <a:buFont typeface="Arial"/>
              <a:buNone/>
              <a:defRPr b="0" i="0" sz="1200" u="none" cap="none" strike="noStrike">
                <a:solidFill>
                  <a:srgbClr val="FFFFFF"/>
                </a:solidFill>
                <a:latin typeface="Arial"/>
                <a:ea typeface="Arial"/>
                <a:cs typeface="Arial"/>
                <a:sym typeface="Arial"/>
              </a:defRPr>
            </a:lvl1pPr>
            <a:lvl2pPr indent="0" lvl="1" marL="0" marR="0" rtl="0" algn="ctr">
              <a:lnSpc>
                <a:spcPct val="100000"/>
              </a:lnSpc>
              <a:spcBef>
                <a:spcPts val="0"/>
              </a:spcBef>
              <a:spcAft>
                <a:spcPts val="0"/>
              </a:spcAft>
              <a:buClr>
                <a:srgbClr val="000000"/>
              </a:buClr>
              <a:buSzPts val="1200"/>
              <a:buFont typeface="Arial"/>
              <a:buNone/>
              <a:defRPr b="0" i="0" sz="1200" u="none" cap="none" strike="noStrike">
                <a:solidFill>
                  <a:srgbClr val="FFFFFF"/>
                </a:solidFill>
                <a:latin typeface="Arial"/>
                <a:ea typeface="Arial"/>
                <a:cs typeface="Arial"/>
                <a:sym typeface="Arial"/>
              </a:defRPr>
            </a:lvl2pPr>
            <a:lvl3pPr indent="0" lvl="2" marL="0" marR="0" rtl="0" algn="ctr">
              <a:lnSpc>
                <a:spcPct val="100000"/>
              </a:lnSpc>
              <a:spcBef>
                <a:spcPts val="0"/>
              </a:spcBef>
              <a:spcAft>
                <a:spcPts val="0"/>
              </a:spcAft>
              <a:buClr>
                <a:srgbClr val="000000"/>
              </a:buClr>
              <a:buSzPts val="1200"/>
              <a:buFont typeface="Arial"/>
              <a:buNone/>
              <a:defRPr b="0" i="0" sz="1200" u="none" cap="none" strike="noStrike">
                <a:solidFill>
                  <a:srgbClr val="FFFFFF"/>
                </a:solidFill>
                <a:latin typeface="Arial"/>
                <a:ea typeface="Arial"/>
                <a:cs typeface="Arial"/>
                <a:sym typeface="Arial"/>
              </a:defRPr>
            </a:lvl3pPr>
            <a:lvl4pPr indent="0" lvl="3" marL="0" marR="0" rtl="0" algn="ctr">
              <a:lnSpc>
                <a:spcPct val="100000"/>
              </a:lnSpc>
              <a:spcBef>
                <a:spcPts val="0"/>
              </a:spcBef>
              <a:spcAft>
                <a:spcPts val="0"/>
              </a:spcAft>
              <a:buClr>
                <a:srgbClr val="000000"/>
              </a:buClr>
              <a:buSzPts val="1200"/>
              <a:buFont typeface="Arial"/>
              <a:buNone/>
              <a:defRPr b="0" i="0" sz="1200" u="none" cap="none" strike="noStrike">
                <a:solidFill>
                  <a:srgbClr val="FFFFFF"/>
                </a:solidFill>
                <a:latin typeface="Arial"/>
                <a:ea typeface="Arial"/>
                <a:cs typeface="Arial"/>
                <a:sym typeface="Arial"/>
              </a:defRPr>
            </a:lvl4pPr>
            <a:lvl5pPr indent="0" lvl="4" marL="0" marR="0" rtl="0" algn="ctr">
              <a:lnSpc>
                <a:spcPct val="100000"/>
              </a:lnSpc>
              <a:spcBef>
                <a:spcPts val="0"/>
              </a:spcBef>
              <a:spcAft>
                <a:spcPts val="0"/>
              </a:spcAft>
              <a:buClr>
                <a:srgbClr val="000000"/>
              </a:buClr>
              <a:buSzPts val="1200"/>
              <a:buFont typeface="Arial"/>
              <a:buNone/>
              <a:defRPr b="0" i="0" sz="1200" u="none" cap="none" strike="noStrike">
                <a:solidFill>
                  <a:srgbClr val="FFFFFF"/>
                </a:solidFill>
                <a:latin typeface="Arial"/>
                <a:ea typeface="Arial"/>
                <a:cs typeface="Arial"/>
                <a:sym typeface="Arial"/>
              </a:defRPr>
            </a:lvl5pPr>
            <a:lvl6pPr indent="0" lvl="5" marL="0" marR="0" rtl="0" algn="ctr">
              <a:lnSpc>
                <a:spcPct val="100000"/>
              </a:lnSpc>
              <a:spcBef>
                <a:spcPts val="0"/>
              </a:spcBef>
              <a:spcAft>
                <a:spcPts val="0"/>
              </a:spcAft>
              <a:buClr>
                <a:srgbClr val="000000"/>
              </a:buClr>
              <a:buSzPts val="1200"/>
              <a:buFont typeface="Arial"/>
              <a:buNone/>
              <a:defRPr b="0" i="0" sz="1200" u="none" cap="none" strike="noStrike">
                <a:solidFill>
                  <a:srgbClr val="FFFFFF"/>
                </a:solidFill>
                <a:latin typeface="Arial"/>
                <a:ea typeface="Arial"/>
                <a:cs typeface="Arial"/>
                <a:sym typeface="Arial"/>
              </a:defRPr>
            </a:lvl6pPr>
            <a:lvl7pPr indent="0" lvl="6" marL="0" marR="0" rtl="0" algn="ctr">
              <a:lnSpc>
                <a:spcPct val="100000"/>
              </a:lnSpc>
              <a:spcBef>
                <a:spcPts val="0"/>
              </a:spcBef>
              <a:spcAft>
                <a:spcPts val="0"/>
              </a:spcAft>
              <a:buClr>
                <a:srgbClr val="000000"/>
              </a:buClr>
              <a:buSzPts val="1200"/>
              <a:buFont typeface="Arial"/>
              <a:buNone/>
              <a:defRPr b="0" i="0" sz="1200" u="none" cap="none" strike="noStrike">
                <a:solidFill>
                  <a:srgbClr val="FFFFFF"/>
                </a:solidFill>
                <a:latin typeface="Arial"/>
                <a:ea typeface="Arial"/>
                <a:cs typeface="Arial"/>
                <a:sym typeface="Arial"/>
              </a:defRPr>
            </a:lvl7pPr>
            <a:lvl8pPr indent="0" lvl="7" marL="0" marR="0" rtl="0" algn="ctr">
              <a:lnSpc>
                <a:spcPct val="100000"/>
              </a:lnSpc>
              <a:spcBef>
                <a:spcPts val="0"/>
              </a:spcBef>
              <a:spcAft>
                <a:spcPts val="0"/>
              </a:spcAft>
              <a:buClr>
                <a:srgbClr val="000000"/>
              </a:buClr>
              <a:buSzPts val="1200"/>
              <a:buFont typeface="Arial"/>
              <a:buNone/>
              <a:defRPr b="0" i="0" sz="1200" u="none" cap="none" strike="noStrike">
                <a:solidFill>
                  <a:srgbClr val="FFFFFF"/>
                </a:solidFill>
                <a:latin typeface="Arial"/>
                <a:ea typeface="Arial"/>
                <a:cs typeface="Arial"/>
                <a:sym typeface="Arial"/>
              </a:defRPr>
            </a:lvl8pPr>
            <a:lvl9pPr indent="0" lvl="8" marL="0" marR="0" rtl="0" algn="ctr">
              <a:lnSpc>
                <a:spcPct val="100000"/>
              </a:lnSpc>
              <a:spcBef>
                <a:spcPts val="0"/>
              </a:spcBef>
              <a:spcAft>
                <a:spcPts val="0"/>
              </a:spcAft>
              <a:buClr>
                <a:srgbClr val="000000"/>
              </a:buClr>
              <a:buSzPts val="1200"/>
              <a:buFont typeface="Arial"/>
              <a:buNone/>
              <a:defRPr b="0" i="0" sz="1200" u="none" cap="none" strike="noStrike">
                <a:solidFill>
                  <a:srgbClr val="FFFFFF"/>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n-US"/>
              <a:t>‹#›</a:t>
            </a:fld>
            <a:endParaRPr/>
          </a:p>
        </p:txBody>
      </p:sp>
      <p:sp>
        <p:nvSpPr>
          <p:cNvPr id="171" name="Google Shape;171;g128e061f2de_0_109"/>
          <p:cNvSpPr txBox="1"/>
          <p:nvPr/>
        </p:nvSpPr>
        <p:spPr>
          <a:xfrm>
            <a:off x="9204248" y="6246912"/>
            <a:ext cx="2043600" cy="232800"/>
          </a:xfrm>
          <a:prstGeom prst="rect">
            <a:avLst/>
          </a:prstGeom>
          <a:noFill/>
          <a:ln>
            <a:noFill/>
          </a:ln>
        </p:spPr>
        <p:txBody>
          <a:bodyPr anchorCtr="0" anchor="t" bIns="121900" lIns="121900" spcFirstLastPara="1" rIns="121900" wrap="square" tIns="121900">
            <a:noAutofit/>
          </a:bodyPr>
          <a:lstStyle/>
          <a:p>
            <a:pPr indent="0" lvl="0" marL="0" marR="0" rtl="0" algn="r">
              <a:lnSpc>
                <a:spcPct val="100000"/>
              </a:lnSpc>
              <a:spcBef>
                <a:spcPts val="0"/>
              </a:spcBef>
              <a:spcAft>
                <a:spcPts val="0"/>
              </a:spcAft>
              <a:buClr>
                <a:srgbClr val="000000"/>
              </a:buClr>
              <a:buSzPts val="1200"/>
              <a:buFont typeface="Arial"/>
              <a:buNone/>
            </a:pPr>
            <a:r>
              <a:rPr b="0" i="0" lang="en-US" sz="1200" u="none" cap="none" strike="noStrike">
                <a:solidFill>
                  <a:srgbClr val="C6C5C5"/>
                </a:solidFill>
                <a:latin typeface="Arial"/>
                <a:ea typeface="Arial"/>
                <a:cs typeface="Arial"/>
                <a:sym typeface="Arial"/>
              </a:rPr>
              <a:t>www.companyname.com</a:t>
            </a:r>
            <a:endParaRPr b="0" i="0" sz="1200" u="none" cap="none" strike="noStrike">
              <a:solidFill>
                <a:srgbClr val="C6C5C5"/>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21" Type="http://schemas.openxmlformats.org/officeDocument/2006/relationships/theme" Target="../theme/theme1.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5" Type="http://schemas.openxmlformats.org/officeDocument/2006/relationships/slideLayout" Target="../slideLayouts/slideLayout5.xml"/><Relationship Id="rId19" Type="http://schemas.openxmlformats.org/officeDocument/2006/relationships/slideLayout" Target="../slideLayouts/slideLayout19.xml"/><Relationship Id="rId6" Type="http://schemas.openxmlformats.org/officeDocument/2006/relationships/slideLayout" Target="../slideLayouts/slideLayout6.xml"/><Relationship Id="rId18" Type="http://schemas.openxmlformats.org/officeDocument/2006/relationships/slideLayout" Target="../slideLayouts/slideLayout18.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2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ontserrat"/>
              <a:buNone/>
              <a:defRPr b="0" i="0" sz="4400" u="none" cap="none" strike="noStrike">
                <a:solidFill>
                  <a:schemeClr val="dk1"/>
                </a:solidFill>
                <a:latin typeface="Montserrat"/>
                <a:ea typeface="Montserrat"/>
                <a:cs typeface="Montserrat"/>
                <a:sym typeface="Montserrat"/>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29"/>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Montserrat"/>
                <a:ea typeface="Montserrat"/>
                <a:cs typeface="Montserrat"/>
                <a:sym typeface="Montserrat"/>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Montserrat"/>
                <a:ea typeface="Montserrat"/>
                <a:cs typeface="Montserrat"/>
                <a:sym typeface="Montserrat"/>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Montserrat"/>
                <a:ea typeface="Montserrat"/>
                <a:cs typeface="Montserrat"/>
                <a:sym typeface="Montserrat"/>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ontserrat"/>
                <a:ea typeface="Montserrat"/>
                <a:cs typeface="Montserrat"/>
                <a:sym typeface="Montserrat"/>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ontserrat"/>
                <a:ea typeface="Montserrat"/>
                <a:cs typeface="Montserrat"/>
                <a:sym typeface="Montserrat"/>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ontserrat"/>
                <a:ea typeface="Montserrat"/>
                <a:cs typeface="Montserrat"/>
                <a:sym typeface="Montserrat"/>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ontserrat"/>
                <a:ea typeface="Montserrat"/>
                <a:cs typeface="Montserrat"/>
                <a:sym typeface="Montserrat"/>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ontserrat"/>
                <a:ea typeface="Montserrat"/>
                <a:cs typeface="Montserrat"/>
                <a:sym typeface="Montserrat"/>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ontserrat"/>
                <a:ea typeface="Montserrat"/>
                <a:cs typeface="Montserrat"/>
                <a:sym typeface="Montserrat"/>
              </a:defRPr>
            </a:lvl9pPr>
          </a:lstStyle>
          <a:p/>
        </p:txBody>
      </p:sp>
      <p:sp>
        <p:nvSpPr>
          <p:cNvPr id="12" name="Google Shape;12;p2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Montserrat"/>
                <a:ea typeface="Montserrat"/>
                <a:cs typeface="Montserrat"/>
                <a:sym typeface="Montserrat"/>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ontserrat"/>
                <a:ea typeface="Montserrat"/>
                <a:cs typeface="Montserrat"/>
                <a:sym typeface="Montserrat"/>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ontserrat"/>
                <a:ea typeface="Montserrat"/>
                <a:cs typeface="Montserrat"/>
                <a:sym typeface="Montserrat"/>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ontserrat"/>
                <a:ea typeface="Montserrat"/>
                <a:cs typeface="Montserrat"/>
                <a:sym typeface="Montserrat"/>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ontserrat"/>
                <a:ea typeface="Montserrat"/>
                <a:cs typeface="Montserrat"/>
                <a:sym typeface="Montserrat"/>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ontserrat"/>
                <a:ea typeface="Montserrat"/>
                <a:cs typeface="Montserrat"/>
                <a:sym typeface="Montserrat"/>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ontserrat"/>
                <a:ea typeface="Montserrat"/>
                <a:cs typeface="Montserrat"/>
                <a:sym typeface="Montserrat"/>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ontserrat"/>
                <a:ea typeface="Montserrat"/>
                <a:cs typeface="Montserrat"/>
                <a:sym typeface="Montserrat"/>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ontserrat"/>
                <a:ea typeface="Montserrat"/>
                <a:cs typeface="Montserrat"/>
                <a:sym typeface="Montserrat"/>
              </a:defRPr>
            </a:lvl9pPr>
          </a:lstStyle>
          <a:p/>
        </p:txBody>
      </p:sp>
      <p:sp>
        <p:nvSpPr>
          <p:cNvPr id="13" name="Google Shape;13;p2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Montserrat"/>
                <a:ea typeface="Montserrat"/>
                <a:cs typeface="Montserrat"/>
                <a:sym typeface="Montserrat"/>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ontserrat"/>
                <a:ea typeface="Montserrat"/>
                <a:cs typeface="Montserrat"/>
                <a:sym typeface="Montserrat"/>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ontserrat"/>
                <a:ea typeface="Montserrat"/>
                <a:cs typeface="Montserrat"/>
                <a:sym typeface="Montserrat"/>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ontserrat"/>
                <a:ea typeface="Montserrat"/>
                <a:cs typeface="Montserrat"/>
                <a:sym typeface="Montserrat"/>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ontserrat"/>
                <a:ea typeface="Montserrat"/>
                <a:cs typeface="Montserrat"/>
                <a:sym typeface="Montserrat"/>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ontserrat"/>
                <a:ea typeface="Montserrat"/>
                <a:cs typeface="Montserrat"/>
                <a:sym typeface="Montserrat"/>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ontserrat"/>
                <a:ea typeface="Montserrat"/>
                <a:cs typeface="Montserrat"/>
                <a:sym typeface="Montserrat"/>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ontserrat"/>
                <a:ea typeface="Montserrat"/>
                <a:cs typeface="Montserrat"/>
                <a:sym typeface="Montserrat"/>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ontserrat"/>
                <a:ea typeface="Montserrat"/>
                <a:cs typeface="Montserrat"/>
                <a:sym typeface="Montserrat"/>
              </a:defRPr>
            </a:lvl9pPr>
          </a:lstStyle>
          <a:p/>
        </p:txBody>
      </p:sp>
      <p:sp>
        <p:nvSpPr>
          <p:cNvPr id="14" name="Google Shape;14;p2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en-US"/>
              <a:t>‹#›</a:t>
            </a:fld>
            <a:endParaRPr/>
          </a:p>
        </p:txBody>
      </p:sp>
      <p:sp>
        <p:nvSpPr>
          <p:cNvPr id="15" name="Google Shape;15;p29"/>
          <p:cNvSpPr txBox="1"/>
          <p:nvPr/>
        </p:nvSpPr>
        <p:spPr>
          <a:xfrm>
            <a:off x="1981200" y="6338813"/>
            <a:ext cx="71229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2022 By Rikkei Academy - Rikkei Education - All rights reserved.</a:t>
            </a:r>
            <a:endParaRPr b="0" i="0" sz="1400" u="none" cap="none" strike="noStrike">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3.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2.xml"/>
  <Relationship Id="rId3" Type="http://schemas.openxmlformats.org/officeDocument/2006/relationships/image" Target="../media/image8.png"/>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3.xml"/>
  <Relationship Id="rId2" Type="http://schemas.openxmlformats.org/officeDocument/2006/relationships/notesSlide" Target="../notesSlides/notesSlide14.xml"/>
  
</Relationships>
</file>

<file path=ppt/slides/slide1.xml><?xml version="1.0" encoding="utf-8"?>
<p:sld xmlns:a="http://schemas.openxmlformats.org/drawingml/2006/main" xmlns:r="http://schemas.openxmlformats.org/officeDocument/2006/relationships" xmlns:mc="http://schemas.openxmlformats.org/markup-compatibility/2006" xmlns:p="http://schemas.openxmlformats.org/presentationml/2006/main">
  <p:cSld>
    <p:spTree>
      <p:nvGrpSpPr>
        <p:cNvPr id="1" name="Root"/>
        <p:cNvGrpSpPr/>
        <p:nvPr/>
      </p:nvGrpSpPr>
      <p:grpSpPr>
        <a:xfrm>
          <a:off x="0" y="0"/>
          <a:ext cx="0" cy="0"/>
          <a:chOff x="0" y="0"/>
          <a:chExt cx="0" cy="0"/>
        </a:xfrm>
      </p:grpSpPr>
      <p:sp>
        <p:nvSpPr>
          <p:cNvPr id="101" name="SessionId"/>
          <p:cNvSpPr txBox="1"/>
          <p:nvPr>
            <p:ph idx="2" type="body"/>
          </p:nvPr>
        </p:nvSpPr>
        <p:spPr>
          <a:xfrm>
            <a:off x="1562200" y="1974300"/>
            <a:ext cx="8154600" cy="554100"/>
          </a:xfrm>
          <a:prstGeom prst="rect">
            <a:avLst/>
          </a:prstGeom>
          <a:noFill/>
          <a:ln>
            <a:noFill/>
          </a:ln>
        </p:spPr>
        <p:txBody>
          <a:bodyPr anchorCtr="0" anchor="t" bIns="45700" lIns="91425" spcFirstLastPara="1" rIns="91425" wrap="square" tIns="45700">
            <a:noAutofit/>
          </a:bodyPr>
          <a:lstStyle/>
          <a:p>
            <a:pPr indent="0" lvl="0" marL="0" rtl="0" algn="l">
              <a:lnSpc>
                <a:spcPct val="90000"/>
              </a:lnSpc>
              <a:buNone/>
            </a:pPr>
            <a:r>
              <a:rPr b="1" lang="vi-VN" sz="3000">
                <a:solidFill>
                  <a:srgbClr val="C00000"/>
                </a:solidFill>
                <a:latin typeface="Montserrat ExtraBold"/>
                <a:ea typeface="Montserrat ExtraBold"/>
                <a:cs typeface="Montserrat ExtraBold"/>
              </a:rPr>
              <a:t>Session 14</a:t>
            </a:r>
          </a:p>
        </p:txBody>
      </p:sp>
      <p:sp>
        <p:nvSpPr>
          <p:cNvPr id="102" name="Title"/>
          <p:cNvSpPr txBox="1"/>
          <p:nvPr>
            <p:ph type="ctrTitle"/>
          </p:nvPr>
        </p:nvSpPr>
        <p:spPr>
          <a:xfrm>
            <a:off x="1697675" y="2660574"/>
            <a:ext cx="8500000" cy="947700"/>
          </a:xfrm>
          <a:prstGeom prst="rect">
            <a:avLst/>
          </a:prstGeom>
          <a:noFill/>
          <a:ln>
            <a:noFill/>
          </a:ln>
        </p:spPr>
        <p:txBody>
          <a:bodyPr anchorCtr="0" anchor="t" bIns="0" lIns="0" spcFirstLastPara="1" rIns="0" wrap="square" tIns="0">
            <a:noAutofit/>
          </a:bodyPr>
          <a:lstStyle/>
          <a:p>
            <a:pPr indent="0" lvl="0" marL="0" rtl="0" algn="l">
              <a:lnSpc>
                <a:spcPct val="90000"/>
              </a:lnSpc>
              <a:buNone/>
            </a:pPr>
            <a:r>
              <a:rPr b="1" lang="vi-VN" sz="3000">
                <a:solidFill>
                  <a:srgbClr val="000000"/>
                </a:solidFill>
                <a:latin typeface="Montserrat Black"/>
                <a:ea typeface="Montserrat Black"/>
                <a:cs typeface="Montserrat Black"/>
              </a:rPr>
              <a:t>Tổ chức Hàm, Arrow Function &amp; Scope</a:t>
            </a:r>
          </a:p>
        </p:txBody>
      </p:sp>
      <p:sp>
        <p:nvSpPr>
          <p:cNvPr id="103" name="CourseModule"/>
          <p:cNvSpPr txBox="1"/>
          <p:nvPr/>
        </p:nvSpPr>
        <p:spPr>
          <a:xfrm>
            <a:off x="1697669" y="3664241"/>
            <a:ext cx="8500000" cy="360000"/>
          </a:xfrm>
          <a:prstGeom prst="rect">
            <a:avLst/>
          </a:prstGeom>
          <a:noFill/>
          <a:ln>
            <a:noFill/>
          </a:ln>
        </p:spPr>
        <p:txBody>
          <a:bodyPr anchorCtr="0" anchor="t" bIns="0" lIns="0" spcFirstLastPara="1" rIns="0" wrap="square" tIns="0">
            <a:noAutofit/>
          </a:bodyPr>
          <a:lstStyle/>
          <a:p>
            <a:pPr indent="-228600" lvl="0" marL="228600" rtl="0" algn="l">
              <a:lnSpc>
                <a:spcPct val="90000"/>
              </a:lnSpc>
              <a:buNone/>
            </a:pPr>
            <a:r>
              <a:rPr b="0" lang="vi-VN" sz="1800">
                <a:solidFill>
                  <a:srgbClr val="000000"/>
                </a:solidFill>
                <a:latin typeface="Montserrat"/>
                <a:ea typeface="Montserrat"/>
                <a:cs typeface="Montserrat"/>
              </a:rPr>
              <a:t>Môn học: Phát triển ứng dụng web</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p="http://schemas.openxmlformats.org/presentationml/2006/main">
  <p:cSld>
    <p:spTree>
      <p:nvGrpSpPr>
        <p:cNvPr id="1" name="Root"/>
        <p:cNvGrpSpPr/>
        <p:nvPr/>
      </p:nvGrpSpPr>
      <p:grpSpPr>
        <a:xfrm>
          <a:off x="0" y="0"/>
          <a:ext cx="0" cy="0"/>
          <a:chOff x="0" y="0"/>
          <a:chExt cx="0" cy="0"/>
        </a:xfrm>
      </p:grpSpPr>
      <p:sp>
        <p:nvSpPr>
          <p:cNvPr id="185" name="Title"/>
          <p:cNvSpPr txBox="1"/>
          <p:nvPr>
            <p:ph type="title"/>
          </p:nvPr>
        </p:nvSpPr>
        <p:spPr>
          <a:xfrm rot="5400000">
            <a:off x="-1686375" y="1500953"/>
            <a:ext cx="5085300" cy="18453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buNone/>
            </a:pPr>
            <a:r>
              <a:rPr lang="vi-VN">
                <a:solidFill>
                  <a:srgbClr val="C00000"/>
                </a:solidFill>
                <a:latin typeface="Montserrat Black"/>
                <a:ea typeface="Montserrat Black"/>
                <a:cs typeface="Montserrat Black"/>
              </a:rPr>
              <a:t> NỘI DUNG</a:t>
            </a:r>
          </a:p>
        </p:txBody>
      </p:sp>
      <p:pic>
        <p:nvPicPr>
          <p:cNvPr id="186" name="DecorTriangle"/>
          <p:cNvPicPr preferRelativeResize="0"/>
          <p:nvPr/>
        </p:nvPicPr>
        <p:blipFill rotWithShape="1">
          <a:blip r:embed="rId3">
            <a:alphaModFix/>
          </a:blip>
          <a:srcRect b="0" l="0" r="0" t="0"/>
          <a:stretch/>
        </p:blipFill>
        <p:spPr>
          <a:xfrm>
            <a:off x="-1863816" y="5111676"/>
            <a:ext cx="3515280" cy="3492645"/>
          </a:xfrm>
          <a:prstGeom prst="rect">
            <a:avLst/>
          </a:prstGeom>
          <a:noFill/>
          <a:ln>
            <a:noFill/>
          </a:ln>
        </p:spPr>
      </p:pic>
      <p:sp>
        <p:nvSpPr>
          <p:cNvPr id="184" name="AgendaList"/>
          <p:cNvSpPr txBox="1"/>
          <p:nvPr>
            <p:ph idx="1" type="body"/>
          </p:nvPr>
        </p:nvSpPr>
        <p:spPr>
          <a:xfrm>
            <a:off x="2000000" y="1261300"/>
            <a:ext cx="9500000" cy="4935600"/>
          </a:xfrm>
          <a:prstGeom prst="rect">
            <a:avLst/>
          </a:prstGeom>
          <a:noFill/>
          <a:ln>
            <a:noFill/>
          </a:ln>
        </p:spPr>
        <p:txBody>
          <a:bodyPr anchorCtr="0" anchor="t" bIns="45700" lIns="91425" spcFirstLastPara="1" rIns="91425" wrap="square" tIns="45700">
            <a:normAutofit/>
          </a:bodyPr>
          <a:lstStyle/>
          <a:p>
            <a:pPr indent="0" lvl="0" marL="0" rtl="0" algn="l">
              <a:lnSpc>
                <a:spcPct val="150000"/>
              </a:lnSpc>
              <a:spcBef>
                <a:spcPts val="0"/>
              </a:spcBef>
              <a:spcAft>
                <a:spcPts val="550"/>
              </a:spcAft>
              <a:buNone/>
            </a:pPr>
            <a:r>
              <a:rPr b="1" lang="vi-VN" sz="2400">
                <a:solidFill>
                  <a:srgbClr val="000000"/>
                </a:solidFill>
                <a:latin typeface="Montserrat ExtraBold"/>
                <a:ea typeface="Montserrat ExtraBold"/>
                <a:cs typeface="Montserrat ExtraBold"/>
              </a:rPr>
              <a:t>1. 1. Khai báo Hàm (Declaration &amp; Expression) &amp; Cơ chế Hoisting</a:t>
            </a:r>
          </a:p>
          <a:p>
            <a:pPr indent="0" lvl="0" marL="0" rtl="0" algn="l">
              <a:lnSpc>
                <a:spcPct val="150000"/>
              </a:lnSpc>
              <a:spcBef>
                <a:spcPts val="0"/>
              </a:spcBef>
              <a:spcAft>
                <a:spcPts val="550"/>
              </a:spcAft>
              <a:buNone/>
            </a:pPr>
            <a:r>
              <a:rPr b="1" lang="vi-VN" sz="2400">
                <a:solidFill>
                  <a:srgbClr val="000000"/>
                </a:solidFill>
                <a:latin typeface="Montserrat ExtraBold"/>
                <a:ea typeface="Montserrat ExtraBold"/>
                <a:cs typeface="Montserrat ExtraBold"/>
              </a:rPr>
              <a:t>2. 2. Arrow Function ES6, Tham số Mặc định &amp; Rest Parameters</a:t>
            </a:r>
          </a:p>
          <a:p>
            <a:pPr indent="0" lvl="0" marL="0" rtl="0" algn="l">
              <a:lnSpc>
                <a:spcPct val="150000"/>
              </a:lnSpc>
              <a:spcBef>
                <a:spcPts val="0"/>
              </a:spcBef>
              <a:spcAft>
                <a:spcPts val="550"/>
              </a:spcAft>
              <a:buNone/>
            </a:pPr>
            <a:r>
              <a:rPr b="1" lang="vi-VN" sz="2400">
                <a:solidFill>
                  <a:srgbClr val="000000"/>
                </a:solidFill>
                <a:latin typeface="Montserrat ExtraBold"/>
                <a:ea typeface="Montserrat ExtraBold"/>
                <a:cs typeface="Montserrat ExtraBold"/>
              </a:rPr>
              <a:t>3. 3. Phạm vi Biến Scope (Global, Function, Block Scope)</a:t>
            </a:r>
          </a:p>
          <a:p>
            <a:pPr indent="0" lvl="0" marL="0" rtl="0" algn="l">
              <a:lnSpc>
                <a:spcPct val="150000"/>
              </a:lnSpc>
              <a:spcBef>
                <a:spcPts val="0"/>
              </a:spcBef>
              <a:spcAft>
                <a:spcPts val="550"/>
              </a:spcAft>
              <a:buNone/>
            </a:pPr>
            <a:r>
              <a:rPr b="1" lang="vi-VN" sz="2400">
                <a:solidFill>
                  <a:srgbClr val="000000"/>
                </a:solidFill>
                <a:latin typeface="Montserrat ExtraBold"/>
                <a:ea typeface="Montserrat ExtraBold"/>
                <a:cs typeface="Montserrat ExtraBold"/>
              </a:rPr>
              <a:t>4. 4. Cơ chế Closures &amp; Đóng gói Dữ liệu Kho hàng</a:t>
            </a:r>
          </a:p>
          <a:p>
            <a:pPr indent="0" lvl="0" marL="0" rtl="0" algn="l">
              <a:lnSpc>
                <a:spcPct val="150000"/>
              </a:lnSpc>
              <a:spcBef>
                <a:spcPts val="0"/>
              </a:spcBef>
              <a:spcAft>
                <a:spcPts val="550"/>
              </a:spcAft>
              <a:buNone/>
            </a:pPr>
            <a:r>
              <a:rPr b="1" lang="vi-VN" sz="2400">
                <a:solidFill>
                  <a:srgbClr val="000000"/>
                </a:solidFill>
                <a:latin typeface="Montserrat ExtraBold"/>
                <a:ea typeface="Montserrat ExtraBold"/>
                <a:cs typeface="Montserrat ExtraBold"/>
              </a:rPr>
              <a:t>5. 5. Tổng kết, Lỗi Kỹ thuật Thường gặp &amp; Bài tập Thực hành</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p="http://schemas.openxmlformats.org/presentationml/2006/main">
  <p:cSld>
    <p:spTree>
      <p:nvGrpSpPr>
        <p:cNvPr id="1" name="Root"/>
        <p:cNvGrpSpPr/>
        <p:nvPr/>
      </p:nvGrpSpPr>
      <p:grpSpPr>
        <a:xfrm>
          <a:off x="0" y="0"/>
          <a:ext cx="0" cy="0"/>
          <a:chOff x="0" y="0"/>
          <a:chExt cx="0" cy="0"/>
        </a:xfrm>
      </p:grpSpPr>
      <p:sp>
        <p:nvSpPr>
          <p:cNvPr id="1003" name="Title_1003"/>
          <p:cNvSpPr txBox="1"/>
          <p:nvPr>
            <p:ph type="title"/>
          </p:nvPr>
        </p:nvSpPr>
        <p:spPr>
          <a:xfrm>
            <a:off x="838200" y="509145"/>
            <a:ext cx="8463742" cy="945588"/>
          </a:xfrm>
          <a:prstGeom prst="rect">
            <a:avLst/>
          </a:prstGeom>
          <a:noFill/>
          <a:ln>
            <a:noFill/>
          </a:ln>
        </p:spPr>
        <p:txBody>
          <a:bodyPr anchorCtr="0" anchor="ctr" bIns="45700" lIns="0" spcFirstLastPara="1" rIns="91425" wrap="square" tIns="45700">
            <a:normAutofit/>
          </a:bodyPr>
          <a:lstStyle/>
          <a:p>
            <a:pPr indent="0" lvl="0" marL="0" rtl="0" algn="l">
              <a:lnSpc>
                <a:spcPct val="150000"/>
              </a:lnSpc>
              <a:spcBef>
                <a:spcPts val="0"/>
              </a:spcBef>
              <a:spcAft>
                <a:spcPts val="0"/>
              </a:spcAft>
              <a:buNone/>
            </a:pPr>
            <a:r>
              <a:rPr b="1" lang="vi-VN" sz="2800">
                <a:solidFill>
                  <a:srgbClr val="C00000"/>
                </a:solidFill>
                <a:latin typeface="Montserrat ExtraBold"/>
                <a:ea typeface="Montserrat ExtraBold"/>
                <a:cs typeface="Montserrat ExtraBold"/>
              </a:rPr>
              <a:t>Mục Tiêu Bài Học</a:t>
            </a:r>
          </a:p>
        </p:txBody>
      </p:sp>
      <p:sp>
        <p:nvSpPr>
          <p:cNvPr id="1004" name="CardBg_1004"/>
          <p:cNvSpPr/>
          <p:nvPr/>
        </p:nvSpPr>
        <p:spPr>
          <a:xfrm>
            <a:off x="838200" y="1650000"/>
            <a:ext cx="10600000" cy="820000"/>
          </a:xfrm>
          <a:prstGeom prst="roundRect">
            <a:avLst>
              <a:gd name="adj" fmla="val 4000"/>
            </a:avLst>
          </a:prstGeom>
          <a:solidFill>
            <a:srgbClr val="FFFFFF"/>
          </a:solidFill>
          <a:ln w="12700">
            <a:solidFill>
              <a:srgbClr val="D9D9D9"/>
            </a:solidFill>
          </a:ln>
        </p:spPr>
      </p:sp>
      <p:sp>
        <p:nvSpPr>
          <p:cNvPr id="1005" name="TextBox_1005"/>
          <p:cNvSpPr txBox="1"/>
          <p:nvPr/>
        </p:nvSpPr>
        <p:spPr>
          <a:xfrm>
            <a:off x="980000" y="1800000"/>
            <a:ext cx="10300000" cy="520000"/>
          </a:xfrm>
          <a:prstGeom prst="rect">
            <a:avLst/>
          </a:prstGeom>
          <a:noFill/>
          <a:ln>
            <a:noFill/>
          </a:ln>
        </p:spPr>
        <p:txBody>
          <a:bodyPr anchorCtr="0" anchor="t" bIns="45700" lIns="91425" spcFirstLastPara="1" rIns="91425" wrap="square" tIns="45700">
            <a:normAutofit/>
          </a:bodyPr>
          <a:lstStyle/>
          <a:p>
            <a:pPr indent="0" marL="0" lvl="0" rtl="0" algn="l">
              <a:lnSpc>
                <a:spcPct val="150000"/>
              </a:lnSpc>
              <a:spcBef>
                <a:spcPts val="0"/>
              </a:spcBef>
              <a:spcAft>
                <a:spcPts val="0"/>
              </a:spcAft>
              <a:buNone/>
            </a:pPr>
            <a:r>
              <a:rPr b="1" i="0" lang="vi-VN" sz="1800">
                <a:solidFill>
                  <a:srgbClr val="000000"/>
                </a:solidFill>
                <a:latin typeface="Montserrat ExtraBold"/>
                <a:ea typeface="Montserrat ExtraBold"/>
                <a:cs typeface="Montserrat ExtraBold"/>
              </a:rPr>
              <a:t>1.  </a:t>
            </a:r>
            <a:r>
              <a:rPr b="1" i="0" lang="vi-VN" sz="1800">
                <a:solidFill>
                  <a:srgbClr val="000000"/>
                </a:solidFill>
                <a:latin typeface="Montserrat ExtraBold"/>
                <a:ea typeface="Montserrat ExtraBold"/>
                <a:cs typeface="Montserrat ExtraBold"/>
              </a:rPr>
              <a:t>Phân biệt chính xác Function Declaration và Expression theo cơ chế Hoisting.</a:t>
            </a:r>
          </a:p>
        </p:txBody>
      </p:sp>
      <p:sp>
        <p:nvSpPr>
          <p:cNvPr id="1006" name="CardBg_1006"/>
          <p:cNvSpPr/>
          <p:nvPr/>
        </p:nvSpPr>
        <p:spPr>
          <a:xfrm>
            <a:off x="838200" y="2630000"/>
            <a:ext cx="10600000" cy="820000"/>
          </a:xfrm>
          <a:prstGeom prst="roundRect">
            <a:avLst>
              <a:gd name="adj" fmla="val 4000"/>
            </a:avLst>
          </a:prstGeom>
          <a:solidFill>
            <a:srgbClr val="FFFFFF"/>
          </a:solidFill>
          <a:ln w="12700">
            <a:solidFill>
              <a:srgbClr val="D9D9D9"/>
            </a:solidFill>
          </a:ln>
        </p:spPr>
      </p:sp>
      <p:sp>
        <p:nvSpPr>
          <p:cNvPr id="1007" name="TextBox_1007"/>
          <p:cNvSpPr txBox="1"/>
          <p:nvPr/>
        </p:nvSpPr>
        <p:spPr>
          <a:xfrm>
            <a:off x="980000" y="2780000"/>
            <a:ext cx="10300000" cy="520000"/>
          </a:xfrm>
          <a:prstGeom prst="rect">
            <a:avLst/>
          </a:prstGeom>
          <a:noFill/>
          <a:ln>
            <a:noFill/>
          </a:ln>
        </p:spPr>
        <p:txBody>
          <a:bodyPr anchorCtr="0" anchor="t" bIns="45700" lIns="91425" spcFirstLastPara="1" rIns="91425" wrap="square" tIns="45700">
            <a:normAutofit/>
          </a:bodyPr>
          <a:lstStyle/>
          <a:p>
            <a:pPr indent="0" marL="0" lvl="0" rtl="0" algn="l">
              <a:lnSpc>
                <a:spcPct val="150000"/>
              </a:lnSpc>
              <a:spcBef>
                <a:spcPts val="0"/>
              </a:spcBef>
              <a:spcAft>
                <a:spcPts val="0"/>
              </a:spcAft>
              <a:buNone/>
            </a:pPr>
            <a:r>
              <a:rPr b="1" i="0" lang="vi-VN" sz="1800">
                <a:solidFill>
                  <a:srgbClr val="000000"/>
                </a:solidFill>
                <a:latin typeface="Montserrat ExtraBold"/>
                <a:ea typeface="Montserrat ExtraBold"/>
                <a:cs typeface="Montserrat ExtraBold"/>
              </a:rPr>
              <a:t>2.  </a:t>
            </a:r>
            <a:r>
              <a:rPr b="1" i="0" lang="vi-VN" sz="1800">
                <a:solidFill>
                  <a:srgbClr val="000000"/>
                </a:solidFill>
                <a:latin typeface="Montserrat ExtraBold"/>
                <a:ea typeface="Montserrat ExtraBold"/>
                <a:cs typeface="Montserrat ExtraBold"/>
              </a:rPr>
              <a:t>Vận dụng thành thạo cú pháp Arrow Function ES6 và Tham số mặc định.</a:t>
            </a:r>
          </a:p>
        </p:txBody>
      </p:sp>
      <p:sp>
        <p:nvSpPr>
          <p:cNvPr id="1008" name="CardBg_1008"/>
          <p:cNvSpPr/>
          <p:nvPr/>
        </p:nvSpPr>
        <p:spPr>
          <a:xfrm>
            <a:off x="838200" y="3610000"/>
            <a:ext cx="10600000" cy="820000"/>
          </a:xfrm>
          <a:prstGeom prst="roundRect">
            <a:avLst>
              <a:gd name="adj" fmla="val 4000"/>
            </a:avLst>
          </a:prstGeom>
          <a:solidFill>
            <a:srgbClr val="FFFFFF"/>
          </a:solidFill>
          <a:ln w="12700">
            <a:solidFill>
              <a:srgbClr val="D9D9D9"/>
            </a:solidFill>
          </a:ln>
        </p:spPr>
      </p:sp>
      <p:sp>
        <p:nvSpPr>
          <p:cNvPr id="1009" name="TextBox_1009"/>
          <p:cNvSpPr txBox="1"/>
          <p:nvPr/>
        </p:nvSpPr>
        <p:spPr>
          <a:xfrm>
            <a:off x="980000" y="3760000"/>
            <a:ext cx="10300000" cy="520000"/>
          </a:xfrm>
          <a:prstGeom prst="rect">
            <a:avLst/>
          </a:prstGeom>
          <a:noFill/>
          <a:ln>
            <a:noFill/>
          </a:ln>
        </p:spPr>
        <p:txBody>
          <a:bodyPr anchorCtr="0" anchor="t" bIns="45700" lIns="91425" spcFirstLastPara="1" rIns="91425" wrap="square" tIns="45700">
            <a:normAutofit/>
          </a:bodyPr>
          <a:lstStyle/>
          <a:p>
            <a:pPr indent="0" marL="0" lvl="0" rtl="0" algn="l">
              <a:lnSpc>
                <a:spcPct val="150000"/>
              </a:lnSpc>
              <a:spcBef>
                <a:spcPts val="0"/>
              </a:spcBef>
              <a:spcAft>
                <a:spcPts val="0"/>
              </a:spcAft>
              <a:buNone/>
            </a:pPr>
            <a:r>
              <a:rPr b="1" i="0" lang="vi-VN" sz="1800">
                <a:solidFill>
                  <a:srgbClr val="000000"/>
                </a:solidFill>
                <a:latin typeface="Montserrat ExtraBold"/>
                <a:ea typeface="Montserrat ExtraBold"/>
                <a:cs typeface="Montserrat ExtraBold"/>
              </a:rPr>
              <a:t>3.  </a:t>
            </a:r>
            <a:r>
              <a:rPr b="1" i="0" lang="vi-VN" sz="1800">
                <a:solidFill>
                  <a:srgbClr val="000000"/>
                </a:solidFill>
                <a:latin typeface="Montserrat ExtraBold"/>
                <a:ea typeface="Montserrat ExtraBold"/>
                <a:cs typeface="Montserrat ExtraBold"/>
              </a:rPr>
              <a:t>Làm chủ quy tắc hoạt động của Global Scope, Block Scope và Scope Chain.</a:t>
            </a:r>
          </a:p>
        </p:txBody>
      </p:sp>
      <p:sp>
        <p:nvSpPr>
          <p:cNvPr id="1010" name="CardBg_1010"/>
          <p:cNvSpPr/>
          <p:nvPr/>
        </p:nvSpPr>
        <p:spPr>
          <a:xfrm>
            <a:off x="838200" y="4590000"/>
            <a:ext cx="10600000" cy="820000"/>
          </a:xfrm>
          <a:prstGeom prst="roundRect">
            <a:avLst>
              <a:gd name="adj" fmla="val 4000"/>
            </a:avLst>
          </a:prstGeom>
          <a:solidFill>
            <a:srgbClr val="FFFFFF"/>
          </a:solidFill>
          <a:ln w="12700">
            <a:solidFill>
              <a:srgbClr val="D9D9D9"/>
            </a:solidFill>
          </a:ln>
        </p:spPr>
      </p:sp>
      <p:sp>
        <p:nvSpPr>
          <p:cNvPr id="1011" name="TextBox_1011"/>
          <p:cNvSpPr txBox="1"/>
          <p:nvPr/>
        </p:nvSpPr>
        <p:spPr>
          <a:xfrm>
            <a:off x="980000" y="4740000"/>
            <a:ext cx="10300000" cy="520000"/>
          </a:xfrm>
          <a:prstGeom prst="rect">
            <a:avLst/>
          </a:prstGeom>
          <a:noFill/>
          <a:ln>
            <a:noFill/>
          </a:ln>
        </p:spPr>
        <p:txBody>
          <a:bodyPr anchorCtr="0" anchor="t" bIns="45700" lIns="91425" spcFirstLastPara="1" rIns="91425" wrap="square" tIns="45700">
            <a:normAutofit/>
          </a:bodyPr>
          <a:lstStyle/>
          <a:p>
            <a:pPr indent="0" marL="0" lvl="0" rtl="0" algn="l">
              <a:lnSpc>
                <a:spcPct val="150000"/>
              </a:lnSpc>
              <a:spcBef>
                <a:spcPts val="0"/>
              </a:spcBef>
              <a:spcAft>
                <a:spcPts val="0"/>
              </a:spcAft>
              <a:buNone/>
            </a:pPr>
            <a:r>
              <a:rPr b="1" i="0" lang="vi-VN" sz="1800">
                <a:solidFill>
                  <a:srgbClr val="000000"/>
                </a:solidFill>
                <a:latin typeface="Montserrat ExtraBold"/>
                <a:ea typeface="Montserrat ExtraBold"/>
                <a:cs typeface="Montserrat ExtraBold"/>
              </a:rPr>
              <a:t>4.  </a:t>
            </a:r>
            <a:r>
              <a:rPr b="1" i="0" lang="vi-VN" sz="1800">
                <a:solidFill>
                  <a:srgbClr val="000000"/>
                </a:solidFill>
                <a:latin typeface="Montserrat ExtraBold"/>
                <a:ea typeface="Montserrat ExtraBold"/>
                <a:cs typeface="Montserrat ExtraBold"/>
              </a:rPr>
              <a:t>Ứng dụng Closures để tạo các hàm bảo mật trạng thái kiện hàng trong Warehouse.</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p="http://schemas.openxmlformats.org/presentationml/2006/main">
  <p:cSld>
    <p:spTree>
      <p:nvGrpSpPr>
        <p:cNvPr id="1" name="Root"/>
        <p:cNvGrpSpPr/>
        <p:nvPr/>
      </p:nvGrpSpPr>
      <p:grpSpPr>
        <a:xfrm>
          <a:off x="0" y="0"/>
          <a:ext cx="0" cy="0"/>
          <a:chOff x="0" y="0"/>
          <a:chExt cx="0" cy="0"/>
        </a:xfrm>
      </p:grpSpPr>
      <p:sp>
        <p:nvSpPr>
          <p:cNvPr id="1013" name="Title_1013"/>
          <p:cNvSpPr txBox="1"/>
          <p:nvPr>
            <p:ph type="title"/>
          </p:nvPr>
        </p:nvSpPr>
        <p:spPr>
          <a:xfrm>
            <a:off x="838200" y="509145"/>
            <a:ext cx="8463742" cy="945588"/>
          </a:xfrm>
          <a:prstGeom prst="rect">
            <a:avLst/>
          </a:prstGeom>
          <a:noFill/>
          <a:ln>
            <a:noFill/>
          </a:ln>
        </p:spPr>
        <p:txBody>
          <a:bodyPr anchorCtr="0" anchor="ctr" bIns="45700" lIns="0" spcFirstLastPara="1" rIns="91425" wrap="square" tIns="45700">
            <a:normAutofit/>
          </a:bodyPr>
          <a:lstStyle/>
          <a:p>
            <a:pPr indent="0" lvl="0" marL="0" rtl="0" algn="l">
              <a:lnSpc>
                <a:spcPct val="150000"/>
              </a:lnSpc>
              <a:spcBef>
                <a:spcPts val="0"/>
              </a:spcBef>
              <a:spcAft>
                <a:spcPts val="0"/>
              </a:spcAft>
              <a:buNone/>
            </a:pPr>
            <a:r>
              <a:rPr b="1" lang="vi-VN" sz="2800">
                <a:solidFill>
                  <a:srgbClr val="C00000"/>
                </a:solidFill>
                <a:latin typeface="Montserrat ExtraBold"/>
                <a:ea typeface="Montserrat ExtraBold"/>
                <a:cs typeface="Montserrat ExtraBold"/>
              </a:rPr>
              <a:t>1. Khai báo Hàm — 1/2</a:t>
            </a:r>
          </a:p>
        </p:txBody>
      </p:sp>
      <p:sp>
        <p:nvSpPr>
          <p:cNvPr id="1014" name="H2_Subtitle_1014"/>
          <p:cNvSpPr txBox="1"/>
          <p:nvPr/>
        </p:nvSpPr>
        <p:spPr>
          <a:xfrm>
            <a:off x="838200" y="1400000"/>
            <a:ext cx="10600000" cy="460000"/>
          </a:xfrm>
          <a:prstGeom prst="rect">
            <a:avLst/>
          </a:prstGeom>
          <a:noFill/>
          <a:ln>
            <a:noFill/>
          </a:ln>
        </p:spPr>
        <p:txBody>
          <a:bodyPr anchorCtr="0" anchor="t" bIns="45700" lIns="0" spcFirstLastPara="1" rIns="91425" wrap="square" tIns="45700">
            <a:normAutofit/>
          </a:bodyPr>
          <a:lstStyle/>
          <a:p>
            <a:pPr indent="0" lvl="0" marL="0" rtl="0" algn="l">
              <a:lnSpc>
                <a:spcPct val="150000"/>
              </a:lnSpc>
              <a:spcBef>
                <a:spcPts val="0"/>
              </a:spcBef>
              <a:spcAft>
                <a:spcPts val="0"/>
              </a:spcAft>
              <a:buNone/>
            </a:pPr>
            <a:r>
              <a:rPr b="1" lang="vi-VN" sz="2000">
                <a:solidFill>
                  <a:srgbClr val="000000"/>
                </a:solidFill>
                <a:latin typeface="Montserrat ExtraBold"/>
                <a:ea typeface="Montserrat ExtraBold"/>
                <a:cs typeface="Montserrat ExtraBold"/>
              </a:rPr>
              <a:t>Tái sử dụng công thức tính phí lưu kho thay vì viết lặp code thủ công</a:t>
            </a:r>
          </a:p>
        </p:txBody>
      </p:sp>
      <p:sp>
        <p:nvSpPr>
          <p:cNvPr id="1015" name="CardBg_1015"/>
          <p:cNvSpPr/>
          <p:nvPr/>
        </p:nvSpPr>
        <p:spPr>
          <a:xfrm>
            <a:off x="838200" y="2000000"/>
            <a:ext cx="5150000" cy="3900000"/>
          </a:xfrm>
          <a:prstGeom prst="roundRect">
            <a:avLst>
              <a:gd name="adj" fmla="val 4000"/>
            </a:avLst>
          </a:prstGeom>
          <a:solidFill>
            <a:srgbClr val="FFFFFF"/>
          </a:solidFill>
          <a:ln w="12700">
            <a:solidFill>
              <a:srgbClr val="D9D9D9"/>
            </a:solidFill>
          </a:ln>
        </p:spPr>
      </p:sp>
      <p:sp>
        <p:nvSpPr>
          <p:cNvPr id="1016" name="TextBox_1016"/>
          <p:cNvSpPr txBox="1"/>
          <p:nvPr/>
        </p:nvSpPr>
        <p:spPr>
          <a:xfrm>
            <a:off x="1038200" y="2180000"/>
            <a:ext cx="4750000" cy="3540000"/>
          </a:xfrm>
          <a:prstGeom prst="rect">
            <a:avLst/>
          </a:prstGeom>
          <a:noFill/>
          <a:ln>
            <a:noFill/>
          </a:ln>
        </p:spPr>
        <p:txBody>
          <a:bodyPr anchorCtr="0" anchor="t" bIns="45700" lIns="91425" spcFirstLastPara="1" rIns="91425" wrap="square" tIns="45700">
            <a:normAutofit/>
          </a:bodyPr>
          <a:lstStyle/>
          <a:p>
            <a:pPr indent="0" marL="0" lvl="0" rtl="0" algn="l">
              <a:lnSpc>
                <a:spcPct val="150000"/>
              </a:lnSpc>
              <a:spcBef>
                <a:spcPts val="0"/>
              </a:spcBef>
              <a:spcAft>
                <a:spcPts val="250"/>
              </a:spcAft>
              <a:buNone/>
            </a:pPr>
            <a:r>
              <a:rPr b="1" i="0" lang="vi-VN" sz="1800">
                <a:solidFill>
                  <a:srgbClr val="C00000"/>
                </a:solidFill>
                <a:latin typeface="Arial"/>
                <a:ea typeface="Arial"/>
                <a:cs typeface="Arial"/>
              </a:rPr>
              <a:t>Cách viết lặp code thủ công</a:t>
            </a:r>
          </a:p>
          <a:p>
            <a:pPr indent="0" marL="0" lvl="0" rtl="0" algn="l">
              <a:lnSpc>
                <a:spcPct val="150000"/>
              </a:lnSpc>
              <a:spcBef>
                <a:spcPts val="0"/>
              </a:spcBef>
              <a:spcAft>
                <a:spcPts val="200"/>
              </a:spcAft>
              <a:buNone/>
            </a:pPr>
            <a:r>
              <a:rPr b="0" i="0" lang="vi-VN" sz="1400">
                <a:solidFill>
                  <a:srgbClr val="595959"/>
                </a:solidFill>
                <a:latin typeface="Consolas"/>
                <a:ea typeface="Consolas"/>
                <a:cs typeface="Consolas"/>
              </a:rPr>
              <a:t>// Kiện hàng PKG-01
let fee1 = 15 * 5000 + 3 * 2000;
// Kiện hàng PKG-02
let fee2 = 40 * 5000 + 7 * 2000;
// Kiện hàng PKG-03
let fee3 = 8 * 5000 + 1 * 2000;</a:t>
            </a:r>
          </a:p>
          <a:p>
            <a:pPr indent="-250000" marL="350000" lvl="0" rtl="0" algn="l">
              <a:lnSpc>
                <a:spcPct val="150000"/>
              </a:lnSpc>
              <a:spcBef>
                <a:spcPts val="0"/>
              </a:spcBef>
              <a:spcAft>
                <a:spcPts val="150"/>
              </a:spcAft>
              <a:buClr>
                <a:srgbClr val="C00000"/>
              </a:buClr>
              <a:buSzPts val="1400"/>
              <a:buFont typeface="Arial"/>
              <a:buChar char="●"/>
            </a:pPr>
            <a:r>
              <a:rPr b="0" i="0" lang="vi-VN" sz="1500">
                <a:solidFill>
                  <a:srgbClr val="000000"/>
                </a:solidFill>
                <a:latin typeface="Arial"/>
                <a:ea typeface="Arial"/>
                <a:cs typeface="Arial"/>
              </a:rPr>
              <a:t>Tốn thời gian lặp lại công thức tính phí kho.</a:t>
            </a:r>
          </a:p>
          <a:p>
            <a:pPr indent="-250000" marL="350000" lvl="0" rtl="0" algn="l">
              <a:lnSpc>
                <a:spcPct val="150000"/>
              </a:lnSpc>
              <a:spcBef>
                <a:spcPts val="0"/>
              </a:spcBef>
              <a:spcAft>
                <a:spcPts val="150"/>
              </a:spcAft>
              <a:buClr>
                <a:srgbClr val="C00000"/>
              </a:buClr>
              <a:buSzPts val="1400"/>
              <a:buFont typeface="Arial"/>
              <a:buChar char="●"/>
            </a:pPr>
            <a:r>
              <a:rPr b="0" i="0" lang="vi-VN" sz="1500">
                <a:solidFill>
                  <a:srgbClr val="000000"/>
                </a:solidFill>
                <a:latin typeface="Arial"/>
                <a:ea typeface="Arial"/>
                <a:cs typeface="Arial"/>
              </a:rPr>
              <a:t>Dễ sai sót khi thay đổi đơn giá lưu kho.</a:t>
            </a:r>
          </a:p>
          <a:p>
            <a:pPr indent="-250000" marL="350000" lvl="0" rtl="0" algn="l">
              <a:lnSpc>
                <a:spcPct val="150000"/>
              </a:lnSpc>
              <a:spcBef>
                <a:spcPts val="0"/>
              </a:spcBef>
              <a:spcAft>
                <a:spcPts val="150"/>
              </a:spcAft>
              <a:buClr>
                <a:srgbClr val="C00000"/>
              </a:buClr>
              <a:buSzPts val="1400"/>
              <a:buFont typeface="Arial"/>
              <a:buChar char="●"/>
            </a:pPr>
            <a:r>
              <a:rPr b="0" i="0" lang="vi-VN" sz="1500">
                <a:solidFill>
                  <a:srgbClr val="000000"/>
                </a:solidFill>
                <a:latin typeface="Arial"/>
                <a:ea typeface="Arial"/>
                <a:cs typeface="Arial"/>
              </a:rPr>
              <a:t>Khó bảo trì khi số lượng kiện hàng lên tới hàng nghìn.</a:t>
            </a:r>
          </a:p>
        </p:txBody>
      </p:sp>
      <p:sp>
        <p:nvSpPr>
          <p:cNvPr id="1017" name="CardBg_1017"/>
          <p:cNvSpPr/>
          <p:nvPr/>
        </p:nvSpPr>
        <p:spPr>
          <a:xfrm>
            <a:off x="6288200" y="2000000"/>
            <a:ext cx="5150000" cy="3900000"/>
          </a:xfrm>
          <a:prstGeom prst="roundRect">
            <a:avLst>
              <a:gd name="adj" fmla="val 4000"/>
            </a:avLst>
          </a:prstGeom>
          <a:solidFill>
            <a:srgbClr val="FFFFFF"/>
          </a:solidFill>
          <a:ln w="12700">
            <a:solidFill>
              <a:srgbClr val="D9D9D9"/>
            </a:solidFill>
          </a:ln>
        </p:spPr>
      </p:sp>
      <p:sp>
        <p:nvSpPr>
          <p:cNvPr id="1018" name="TextBox_1018"/>
          <p:cNvSpPr txBox="1"/>
          <p:nvPr/>
        </p:nvSpPr>
        <p:spPr>
          <a:xfrm>
            <a:off x="6488200" y="2180000"/>
            <a:ext cx="4750000" cy="3540000"/>
          </a:xfrm>
          <a:prstGeom prst="rect">
            <a:avLst/>
          </a:prstGeom>
          <a:noFill/>
          <a:ln>
            <a:noFill/>
          </a:ln>
        </p:spPr>
        <p:txBody>
          <a:bodyPr anchorCtr="0" anchor="t" bIns="45700" lIns="91425" spcFirstLastPara="1" rIns="91425" wrap="square" tIns="45700">
            <a:normAutofit/>
          </a:bodyPr>
          <a:lstStyle/>
          <a:p>
            <a:pPr indent="0" marL="0" lvl="0" rtl="0" algn="l">
              <a:lnSpc>
                <a:spcPct val="150000"/>
              </a:lnSpc>
              <a:spcBef>
                <a:spcPts val="0"/>
              </a:spcBef>
              <a:spcAft>
                <a:spcPts val="250"/>
              </a:spcAft>
              <a:buNone/>
            </a:pPr>
            <a:r>
              <a:rPr b="1" i="0" lang="vi-VN" sz="1800">
                <a:solidFill>
                  <a:srgbClr val="2E7D32"/>
                </a:solidFill>
                <a:latin typeface="Arial"/>
                <a:ea typeface="Arial"/>
                <a:cs typeface="Arial"/>
              </a:rPr>
              <a:t>Đóng gói thành Hàm (Function)</a:t>
            </a:r>
          </a:p>
          <a:p>
            <a:pPr indent="0" marL="0" lvl="0" rtl="0" algn="l">
              <a:lnSpc>
                <a:spcPct val="150000"/>
              </a:lnSpc>
              <a:spcBef>
                <a:spcPts val="0"/>
              </a:spcBef>
              <a:spcAft>
                <a:spcPts val="200"/>
              </a:spcAft>
              <a:buNone/>
            </a:pPr>
            <a:r>
              <a:rPr b="0" i="0" lang="vi-VN" sz="1400">
                <a:solidFill>
                  <a:srgbClr val="000000"/>
                </a:solidFill>
                <a:latin typeface="Consolas"/>
                <a:ea typeface="Consolas"/>
                <a:cs typeface="Consolas"/>
              </a:rPr>
              <a:t>function calcStorageFee(weight, days) {
  const basePricePerKg = 5000;
  const dayFeePerDay = 2000;
  return weight * basePricePerKg + days * dayFeePerDay;
}
let fee1 = calcStorageFee(15, 3);</a:t>
            </a:r>
          </a:p>
          <a:p>
            <a:pPr indent="-250000" marL="350000" lvl="0" rtl="0" algn="l">
              <a:lnSpc>
                <a:spcPct val="150000"/>
              </a:lnSpc>
              <a:spcBef>
                <a:spcPts val="0"/>
              </a:spcBef>
              <a:spcAft>
                <a:spcPts val="150"/>
              </a:spcAft>
              <a:buClr>
                <a:srgbClr val="C00000"/>
              </a:buClr>
              <a:buSzPts val="1400"/>
              <a:buFont typeface="Arial"/>
              <a:buChar char="●"/>
            </a:pPr>
            <a:r>
              <a:rPr b="0" i="0" lang="vi-VN" sz="1500">
                <a:solidFill>
                  <a:srgbClr val="000000"/>
                </a:solidFill>
                <a:latin typeface="Arial"/>
                <a:ea typeface="Arial"/>
                <a:cs typeface="Arial"/>
              </a:rPr>
              <a:t>Định nghĩa công thức 1 lần duy nhất.</a:t>
            </a:r>
          </a:p>
          <a:p>
            <a:pPr indent="-250000" marL="350000" lvl="0" rtl="0" algn="l">
              <a:lnSpc>
                <a:spcPct val="150000"/>
              </a:lnSpc>
              <a:spcBef>
                <a:spcPts val="0"/>
              </a:spcBef>
              <a:spcAft>
                <a:spcPts val="150"/>
              </a:spcAft>
              <a:buClr>
                <a:srgbClr val="C00000"/>
              </a:buClr>
              <a:buSzPts val="1400"/>
              <a:buFont typeface="Arial"/>
              <a:buChar char="●"/>
            </a:pPr>
            <a:r>
              <a:rPr b="0" i="0" lang="vi-VN" sz="1500">
                <a:solidFill>
                  <a:srgbClr val="000000"/>
                </a:solidFill>
                <a:latin typeface="Arial"/>
                <a:ea typeface="Arial"/>
                <a:cs typeface="Arial"/>
              </a:rPr>
              <a:t>Gọi lại linh hoạt cho mọi kiện hàng.</a:t>
            </a:r>
          </a:p>
          <a:p>
            <a:pPr indent="-250000" marL="350000" lvl="0" rtl="0" algn="l">
              <a:lnSpc>
                <a:spcPct val="150000"/>
              </a:lnSpc>
              <a:spcBef>
                <a:spcPts val="0"/>
              </a:spcBef>
              <a:spcAft>
                <a:spcPts val="150"/>
              </a:spcAft>
              <a:buClr>
                <a:srgbClr val="C00000"/>
              </a:buClr>
              <a:buSzPts val="1400"/>
              <a:buFont typeface="Arial"/>
              <a:buChar char="●"/>
            </a:pPr>
            <a:r>
              <a:rPr b="0" i="0" lang="vi-VN" sz="1500">
                <a:solidFill>
                  <a:srgbClr val="000000"/>
                </a:solidFill>
                <a:latin typeface="Arial"/>
                <a:ea typeface="Arial"/>
                <a:cs typeface="Arial"/>
              </a:rPr>
              <a:t>Dễ dàng cập nhật bảng giá lưu kho đồng bộ.</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p="http://schemas.openxmlformats.org/presentationml/2006/main">
  <p:cSld>
    <p:spTree>
      <p:nvGrpSpPr>
        <p:cNvPr id="1" name="Root"/>
        <p:cNvGrpSpPr/>
        <p:nvPr/>
      </p:nvGrpSpPr>
      <p:grpSpPr>
        <a:xfrm>
          <a:off x="0" y="0"/>
          <a:ext cx="0" cy="0"/>
          <a:chOff x="0" y="0"/>
          <a:chExt cx="0" cy="0"/>
        </a:xfrm>
      </p:grpSpPr>
      <p:sp>
        <p:nvSpPr>
          <p:cNvPr id="1020" name="Title_1020"/>
          <p:cNvSpPr txBox="1"/>
          <p:nvPr>
            <p:ph type="title"/>
          </p:nvPr>
        </p:nvSpPr>
        <p:spPr>
          <a:xfrm>
            <a:off x="838200" y="509145"/>
            <a:ext cx="8463742" cy="945588"/>
          </a:xfrm>
          <a:prstGeom prst="rect">
            <a:avLst/>
          </a:prstGeom>
          <a:noFill/>
          <a:ln>
            <a:noFill/>
          </a:ln>
        </p:spPr>
        <p:txBody>
          <a:bodyPr anchorCtr="0" anchor="ctr" bIns="45700" lIns="0" spcFirstLastPara="1" rIns="91425" wrap="square" tIns="45700">
            <a:normAutofit/>
          </a:bodyPr>
          <a:lstStyle/>
          <a:p>
            <a:pPr indent="0" lvl="0" marL="0" rtl="0" algn="l">
              <a:lnSpc>
                <a:spcPct val="150000"/>
              </a:lnSpc>
              <a:spcBef>
                <a:spcPts val="0"/>
              </a:spcBef>
              <a:spcAft>
                <a:spcPts val="0"/>
              </a:spcAft>
              <a:buNone/>
            </a:pPr>
            <a:r>
              <a:rPr b="1" lang="vi-VN" sz="2800">
                <a:solidFill>
                  <a:srgbClr val="C00000"/>
                </a:solidFill>
                <a:latin typeface="Montserrat ExtraBold"/>
                <a:ea typeface="Montserrat ExtraBold"/>
                <a:cs typeface="Montserrat ExtraBold"/>
              </a:rPr>
              <a:t>1. Khai báo Hàm — 2/2</a:t>
            </a:r>
          </a:p>
        </p:txBody>
      </p:sp>
      <p:sp>
        <p:nvSpPr>
          <p:cNvPr id="1021" name="H2_Subtitle_1021"/>
          <p:cNvSpPr txBox="1"/>
          <p:nvPr/>
        </p:nvSpPr>
        <p:spPr>
          <a:xfrm>
            <a:off x="838200" y="1400000"/>
            <a:ext cx="10600000" cy="460000"/>
          </a:xfrm>
          <a:prstGeom prst="rect">
            <a:avLst/>
          </a:prstGeom>
          <a:noFill/>
          <a:ln>
            <a:noFill/>
          </a:ln>
        </p:spPr>
        <p:txBody>
          <a:bodyPr anchorCtr="0" anchor="t" bIns="45700" lIns="0" spcFirstLastPara="1" rIns="91425" wrap="square" tIns="45700">
            <a:normAutofit/>
          </a:bodyPr>
          <a:lstStyle/>
          <a:p>
            <a:pPr indent="0" lvl="0" marL="0" rtl="0" algn="l">
              <a:lnSpc>
                <a:spcPct val="150000"/>
              </a:lnSpc>
              <a:spcBef>
                <a:spcPts val="0"/>
              </a:spcBef>
              <a:spcAft>
                <a:spcPts val="0"/>
              </a:spcAft>
              <a:buNone/>
            </a:pPr>
            <a:r>
              <a:rPr b="1" lang="vi-VN" sz="2000">
                <a:solidFill>
                  <a:srgbClr val="000000"/>
                </a:solidFill>
                <a:latin typeface="Montserrat ExtraBold"/>
                <a:ea typeface="Montserrat ExtraBold"/>
                <a:cs typeface="Montserrat ExtraBold"/>
              </a:rPr>
              <a:t>Phân biệt Function Declaration và Function Expression qua cơ chế Hoisting</a:t>
            </a:r>
          </a:p>
        </p:txBody>
      </p:sp>
      <p:sp>
        <p:nvSpPr>
          <p:cNvPr id="1022" name="CardBg_1022"/>
          <p:cNvSpPr/>
          <p:nvPr/>
        </p:nvSpPr>
        <p:spPr>
          <a:xfrm>
            <a:off x="838200" y="2000000"/>
            <a:ext cx="5200000" cy="3900000"/>
          </a:xfrm>
          <a:prstGeom prst="roundRect">
            <a:avLst>
              <a:gd name="adj" fmla="val 4000"/>
            </a:avLst>
          </a:prstGeom>
          <a:solidFill>
            <a:srgbClr val="282C34"/>
          </a:solidFill>
          <a:ln w="12700">
            <a:solidFill>
              <a:srgbClr val="D9D9D9"/>
            </a:solidFill>
          </a:ln>
        </p:spPr>
      </p:sp>
      <p:sp>
        <p:nvSpPr>
          <p:cNvPr id="1023" name="TextBox_1023"/>
          <p:cNvSpPr txBox="1"/>
          <p:nvPr/>
        </p:nvSpPr>
        <p:spPr>
          <a:xfrm>
            <a:off x="938200" y="2050000"/>
            <a:ext cx="5000000" cy="360000"/>
          </a:xfrm>
          <a:prstGeom prst="rect">
            <a:avLst/>
          </a:prstGeom>
          <a:noFill/>
          <a:ln>
            <a:noFill/>
          </a:ln>
        </p:spPr>
        <p:txBody>
          <a:bodyPr anchorCtr="0" anchor="t" bIns="45700" lIns="91425" spcFirstLastPara="1" rIns="91425" wrap="square" tIns="45700">
            <a:normAutofit/>
          </a:bodyPr>
          <a:lstStyle/>
          <a:p>
            <a:pPr indent="0" marL="0" lvl="0" rtl="0" algn="l">
              <a:lnSpc>
                <a:spcPct val="150000"/>
              </a:lnSpc>
              <a:spcBef>
                <a:spcPts val="0"/>
              </a:spcBef>
              <a:spcAft>
                <a:spcPts val="0"/>
              </a:spcAft>
              <a:buNone/>
            </a:pPr>
            <a:r>
              <a:rPr b="1" i="0" lang="vi-VN" sz="1400">
                <a:solidFill>
                  <a:srgbClr val="FFFFFF"/>
                </a:solidFill>
                <a:latin typeface="Arial"/>
                <a:ea typeface="Arial"/>
                <a:cs typeface="Arial"/>
              </a:rPr>
              <a:t>JS: Hoisting trong Hàm Warehouse</a:t>
            </a:r>
          </a:p>
        </p:txBody>
      </p:sp>
      <p:sp>
        <p:nvSpPr>
          <p:cNvPr id="1024" name="TextBox_1024"/>
          <p:cNvSpPr txBox="1"/>
          <p:nvPr/>
        </p:nvSpPr>
        <p:spPr>
          <a:xfrm>
            <a:off x="938200" y="2420000"/>
            <a:ext cx="5000000" cy="3440000"/>
          </a:xfrm>
          <a:prstGeom prst="rect">
            <a:avLst/>
          </a:prstGeom>
          <a:noFill/>
          <a:ln>
            <a:noFill/>
          </a:ln>
        </p:spPr>
        <p:txBody>
          <a:bodyPr anchorCtr="0" anchor="t" bIns="45700" lIns="91425" spcFirstLastPara="1" rIns="91425" wrap="square" tIns="45700">
            <a:normAutofit/>
          </a:bodyPr>
          <a:lstStyle/>
          <a:p>
            <a:pPr indent="0" marL="0" lvl="0" rtl="0" algn="l">
              <a:lnSpc>
                <a:spcPct val="150000"/>
              </a:lnSpc>
              <a:spcBef>
                <a:spcPts val="0"/>
              </a:spcBef>
              <a:spcAft>
                <a:spcPts val="80"/>
              </a:spcAft>
              <a:buNone/>
            </a:pPr>
            <a:r>
              <a:rPr b="0" i="1" lang="vi-VN" sz="1400">
                <a:solidFill>
                  <a:srgbClr val="5C6370"/>
                </a:solidFill>
                <a:latin typeface="Consolas"/>
                <a:ea typeface="Consolas"/>
                <a:cs typeface="Consolas"/>
              </a:rPr>
              <a:t>// 1. Function Declaration (Được Hoisting)</a:t>
            </a:r>
          </a:p>
          <a:p>
            <a:pPr indent="0" marL="0" lvl="0" rtl="0" algn="l">
              <a:lnSpc>
                <a:spcPct val="150000"/>
              </a:lnSpc>
              <a:spcBef>
                <a:spcPts val="0"/>
              </a:spcBef>
              <a:spcAft>
                <a:spcPts val="80"/>
              </a:spcAft>
              <a:buNone/>
            </a:pPr>
            <a:r>
              <a:rPr b="1" i="0" lang="vi-VN" sz="1400">
                <a:solidFill>
                  <a:srgbClr val="C678DD"/>
                </a:solidFill>
                <a:latin typeface="Consolas"/>
                <a:ea typeface="Consolas"/>
                <a:cs typeface="Consolas"/>
              </a:rPr>
              <a:t>const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feeA</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61AFEF"/>
                </a:solidFill>
                <a:latin typeface="Consolas"/>
                <a:ea typeface="Consolas"/>
                <a:cs typeface="Consolas"/>
              </a:rPr>
              <a:t>calculateFee</a:t>
            </a:r>
            <a:r>
              <a:rPr b="0" i="0" lang="vi-VN" sz="1400">
                <a:solidFill>
                  <a:srgbClr val="ABB2BF"/>
                </a:solidFill>
                <a:latin typeface="Consolas"/>
                <a:ea typeface="Consolas"/>
                <a:cs typeface="Consolas"/>
              </a:rPr>
              <a:t>(</a:t>
            </a:r>
            <a:r>
              <a:rPr b="0" i="0" lang="vi-VN" sz="1400">
                <a:solidFill>
                  <a:srgbClr val="D19A66"/>
                </a:solidFill>
                <a:latin typeface="Consolas"/>
                <a:ea typeface="Consolas"/>
                <a:cs typeface="Consolas"/>
              </a:rPr>
              <a:t>25</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D19A66"/>
                </a:solidFill>
                <a:latin typeface="Consolas"/>
                <a:ea typeface="Consolas"/>
                <a:cs typeface="Consolas"/>
              </a:rPr>
              <a:t>4</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OK</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G</a:t>
            </a:r>
            <a:r>
              <a:rPr b="0" i="0" lang="vi-VN" sz="1400">
                <a:solidFill>
                  <a:srgbClr val="ABB2BF"/>
                </a:solidFill>
                <a:latin typeface="Consolas"/>
                <a:ea typeface="Consolas"/>
                <a:cs typeface="Consolas"/>
              </a:rPr>
              <a:t>ọ</a:t>
            </a:r>
            <a:r>
              <a:rPr b="0" i="0" lang="vi-VN" sz="1400">
                <a:solidFill>
                  <a:srgbClr val="ABB2BF"/>
                </a:solidFill>
                <a:latin typeface="Consolas"/>
                <a:ea typeface="Consolas"/>
                <a:cs typeface="Consolas"/>
              </a:rPr>
              <a:t>i</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tr</a:t>
            </a:r>
            <a:r>
              <a:rPr b="0" i="0" lang="vi-VN" sz="1400">
                <a:solidFill>
                  <a:srgbClr val="ABB2BF"/>
                </a:solidFill>
                <a:latin typeface="Consolas"/>
                <a:ea typeface="Consolas"/>
                <a:cs typeface="Consolas"/>
              </a:rPr>
              <a:t>ướ</a:t>
            </a:r>
            <a:r>
              <a:rPr b="0" i="0" lang="vi-VN" sz="1400">
                <a:solidFill>
                  <a:srgbClr val="ABB2BF"/>
                </a:solidFill>
                <a:latin typeface="Consolas"/>
                <a:ea typeface="Consolas"/>
                <a:cs typeface="Consolas"/>
              </a:rPr>
              <a:t>c</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khai</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b</a:t>
            </a:r>
            <a:r>
              <a:rPr b="0" i="0" lang="vi-VN" sz="1400">
                <a:solidFill>
                  <a:srgbClr val="ABB2BF"/>
                </a:solidFill>
                <a:latin typeface="Consolas"/>
                <a:ea typeface="Consolas"/>
                <a:cs typeface="Consolas"/>
              </a:rPr>
              <a:t>á</a:t>
            </a:r>
            <a:r>
              <a:rPr b="0" i="0" lang="vi-VN" sz="1400">
                <a:solidFill>
                  <a:srgbClr val="ABB2BF"/>
                </a:solidFill>
                <a:latin typeface="Consolas"/>
                <a:ea typeface="Consolas"/>
                <a:cs typeface="Consolas"/>
              </a:rPr>
              <a:t>o</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 </a:t>
            </a:r>
          </a:p>
          <a:p>
            <a:pPr indent="0" marL="0" lvl="0" rtl="0" algn="l">
              <a:lnSpc>
                <a:spcPct val="150000"/>
              </a:lnSpc>
              <a:spcBef>
                <a:spcPts val="0"/>
              </a:spcBef>
              <a:spcAft>
                <a:spcPts val="80"/>
              </a:spcAft>
              <a:buNone/>
            </a:pPr>
            <a:r>
              <a:rPr b="1" i="0" lang="vi-VN" sz="1400">
                <a:solidFill>
                  <a:srgbClr val="C678DD"/>
                </a:solidFill>
                <a:latin typeface="Consolas"/>
                <a:ea typeface="Consolas"/>
                <a:cs typeface="Consolas"/>
              </a:rPr>
              <a:t>function</a:t>
            </a:r>
            <a:r>
              <a:rPr b="0" i="0" lang="vi-VN" sz="1400">
                <a:solidFill>
                  <a:srgbClr val="ABB2BF"/>
                </a:solidFill>
                <a:latin typeface="Consolas"/>
                <a:ea typeface="Consolas"/>
                <a:cs typeface="Consolas"/>
              </a:rPr>
              <a:t> </a:t>
            </a:r>
            <a:r>
              <a:rPr b="0" i="0" lang="vi-VN" sz="1400">
                <a:solidFill>
                  <a:srgbClr val="61AFEF"/>
                </a:solidFill>
                <a:latin typeface="Consolas"/>
                <a:ea typeface="Consolas"/>
                <a:cs typeface="Consolas"/>
              </a:rPr>
              <a:t>calculateFee</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weight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days</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  </a:t>
            </a:r>
            <a:r>
              <a:rPr b="1" i="0" lang="vi-VN" sz="1400">
                <a:solidFill>
                  <a:srgbClr val="C678DD"/>
                </a:solidFill>
                <a:latin typeface="Consolas"/>
                <a:ea typeface="Consolas"/>
                <a:cs typeface="Consolas"/>
              </a:rPr>
              <a:t>return</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weight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D19A66"/>
                </a:solidFill>
                <a:latin typeface="Consolas"/>
                <a:ea typeface="Consolas"/>
                <a:cs typeface="Consolas"/>
              </a:rPr>
              <a:t>5000</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days</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D19A66"/>
                </a:solidFill>
                <a:latin typeface="Consolas"/>
                <a:ea typeface="Consolas"/>
                <a:cs typeface="Consolas"/>
              </a:rPr>
              <a:t>2000</a:t>
            </a:r>
            <a:r>
              <a:rPr b="0" i="0" lang="vi-VN" sz="1400">
                <a:solidFill>
                  <a:srgbClr val="ABB2BF"/>
                </a:solidFill>
                <a:latin typeface="Consolas"/>
                <a:ea typeface="Consolas"/>
                <a:cs typeface="Consolas"/>
              </a:rPr>
              <a:t>;</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 </a:t>
            </a:r>
          </a:p>
          <a:p>
            <a:pPr indent="0" marL="0" lvl="0" rtl="0" algn="l">
              <a:lnSpc>
                <a:spcPct val="150000"/>
              </a:lnSpc>
              <a:spcBef>
                <a:spcPts val="0"/>
              </a:spcBef>
              <a:spcAft>
                <a:spcPts val="80"/>
              </a:spcAft>
              <a:buNone/>
            </a:pPr>
            <a:r>
              <a:rPr b="0" i="1" lang="vi-VN" sz="1400">
                <a:solidFill>
                  <a:srgbClr val="5C6370"/>
                </a:solidFill>
                <a:latin typeface="Consolas"/>
                <a:ea typeface="Consolas"/>
                <a:cs typeface="Consolas"/>
              </a:rPr>
              <a:t>// 2. Function Expression (KHÔNG được Hoisting)</a:t>
            </a:r>
          </a:p>
          <a:p>
            <a:pPr indent="0" marL="0" lvl="0" rtl="0" algn="l">
              <a:lnSpc>
                <a:spcPct val="150000"/>
              </a:lnSpc>
              <a:spcBef>
                <a:spcPts val="0"/>
              </a:spcBef>
              <a:spcAft>
                <a:spcPts val="80"/>
              </a:spcAft>
              <a:buNone/>
            </a:pPr>
            <a:r>
              <a:rPr b="0" i="1" lang="vi-VN" sz="1400">
                <a:solidFill>
                  <a:srgbClr val="5C6370"/>
                </a:solidFill>
                <a:latin typeface="Consolas"/>
                <a:ea typeface="Consolas"/>
                <a:cs typeface="Consolas"/>
              </a:rPr>
              <a:t>// getZone() -&gt; Error: Cannot access before initialization</a:t>
            </a:r>
          </a:p>
          <a:p>
            <a:pPr indent="0" marL="0" lvl="0" rtl="0" algn="l">
              <a:lnSpc>
                <a:spcPct val="150000"/>
              </a:lnSpc>
              <a:spcBef>
                <a:spcPts val="0"/>
              </a:spcBef>
              <a:spcAft>
                <a:spcPts val="80"/>
              </a:spcAft>
              <a:buNone/>
            </a:pPr>
            <a:r>
              <a:rPr b="1" i="0" lang="vi-VN" sz="1400">
                <a:solidFill>
                  <a:srgbClr val="C678DD"/>
                </a:solidFill>
                <a:latin typeface="Consolas"/>
                <a:ea typeface="Consolas"/>
                <a:cs typeface="Consolas"/>
              </a:rPr>
              <a:t>const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getZone</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1" i="0" lang="vi-VN" sz="1400">
                <a:solidFill>
                  <a:srgbClr val="C678DD"/>
                </a:solidFill>
                <a:latin typeface="Consolas"/>
                <a:ea typeface="Consolas"/>
                <a:cs typeface="Consolas"/>
              </a:rPr>
              <a:t>function</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packageId</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  </a:t>
            </a:r>
            <a:r>
              <a:rPr b="1" i="0" lang="vi-VN" sz="1400">
                <a:solidFill>
                  <a:srgbClr val="C678DD"/>
                </a:solidFill>
                <a:latin typeface="Consolas"/>
                <a:ea typeface="Consolas"/>
                <a:cs typeface="Consolas"/>
              </a:rPr>
              <a:t>return</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packageId</a:t>
            </a:r>
            <a:r>
              <a:rPr b="0" i="0" lang="vi-VN" sz="1400">
                <a:solidFill>
                  <a:srgbClr val="ABB2BF"/>
                </a:solidFill>
                <a:latin typeface="Consolas"/>
                <a:ea typeface="Consolas"/>
                <a:cs typeface="Consolas"/>
              </a:rPr>
              <a:t>.</a:t>
            </a:r>
            <a:r>
              <a:rPr b="0" i="0" lang="vi-VN" sz="1400">
                <a:solidFill>
                  <a:srgbClr val="61AFEF"/>
                </a:solidFill>
                <a:latin typeface="Consolas"/>
                <a:ea typeface="Consolas"/>
                <a:cs typeface="Consolas"/>
              </a:rPr>
              <a:t>startsWith</a:t>
            </a:r>
            <a:r>
              <a:rPr b="0" i="0" lang="vi-VN" sz="1400">
                <a:solidFill>
                  <a:srgbClr val="ABB2BF"/>
                </a:solidFill>
                <a:latin typeface="Consolas"/>
                <a:ea typeface="Consolas"/>
                <a:cs typeface="Consolas"/>
              </a:rPr>
              <a:t>(</a:t>
            </a:r>
            <a:r>
              <a:rPr b="0" i="0" lang="vi-VN" sz="1400">
                <a:solidFill>
                  <a:srgbClr val="98C379"/>
                </a:solidFill>
                <a:latin typeface="Consolas"/>
                <a:ea typeface="Consolas"/>
                <a:cs typeface="Consolas"/>
              </a:rPr>
              <a:t>'K-'</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98C379"/>
                </a:solidFill>
                <a:latin typeface="Consolas"/>
                <a:ea typeface="Consolas"/>
                <a:cs typeface="Consolas"/>
              </a:rPr>
              <a:t>'Khu A'</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98C379"/>
                </a:solidFill>
                <a:latin typeface="Consolas"/>
                <a:ea typeface="Consolas"/>
                <a:cs typeface="Consolas"/>
              </a:rPr>
              <a:t>'Khu B'</a:t>
            </a:r>
            <a:r>
              <a:rPr b="0" i="0" lang="vi-VN" sz="1400">
                <a:solidFill>
                  <a:srgbClr val="ABB2BF"/>
                </a:solidFill>
                <a:latin typeface="Consolas"/>
                <a:ea typeface="Consolas"/>
                <a:cs typeface="Consolas"/>
              </a:rPr>
              <a:t>;</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p>
          <a:p>
            <a:pPr indent="0" marL="0" lvl="0" rtl="0" algn="l">
              <a:lnSpc>
                <a:spcPct val="150000"/>
              </a:lnSpc>
              <a:spcBef>
                <a:spcPts val="0"/>
              </a:spcBef>
              <a:spcAft>
                <a:spcPts val="80"/>
              </a:spcAft>
              <a:buNone/>
            </a:pPr>
            <a:r>
              <a:rPr b="1" i="0" lang="vi-VN" sz="1400">
                <a:solidFill>
                  <a:srgbClr val="C678DD"/>
                </a:solidFill>
                <a:latin typeface="Consolas"/>
                <a:ea typeface="Consolas"/>
                <a:cs typeface="Consolas"/>
              </a:rPr>
              <a:t>const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zone</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61AFEF"/>
                </a:solidFill>
                <a:latin typeface="Consolas"/>
                <a:ea typeface="Consolas"/>
                <a:cs typeface="Consolas"/>
              </a:rPr>
              <a:t>getZone</a:t>
            </a:r>
            <a:r>
              <a:rPr b="0" i="0" lang="vi-VN" sz="1400">
                <a:solidFill>
                  <a:srgbClr val="ABB2BF"/>
                </a:solidFill>
                <a:latin typeface="Consolas"/>
                <a:ea typeface="Consolas"/>
                <a:cs typeface="Consolas"/>
              </a:rPr>
              <a:t>(</a:t>
            </a:r>
            <a:r>
              <a:rPr b="0" i="0" lang="vi-VN" sz="1400">
                <a:solidFill>
                  <a:srgbClr val="98C379"/>
                </a:solidFill>
                <a:latin typeface="Consolas"/>
                <a:ea typeface="Consolas"/>
                <a:cs typeface="Consolas"/>
              </a:rPr>
              <a:t>'K-102'</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Đú</a:t>
            </a:r>
            <a:r>
              <a:rPr b="0" i="0" lang="vi-VN" sz="1400">
                <a:solidFill>
                  <a:srgbClr val="ABB2BF"/>
                </a:solidFill>
                <a:latin typeface="Consolas"/>
                <a:ea typeface="Consolas"/>
                <a:cs typeface="Consolas"/>
              </a:rPr>
              <a:t>ng</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G</a:t>
            </a:r>
            <a:r>
              <a:rPr b="0" i="0" lang="vi-VN" sz="1400">
                <a:solidFill>
                  <a:srgbClr val="ABB2BF"/>
                </a:solidFill>
                <a:latin typeface="Consolas"/>
                <a:ea typeface="Consolas"/>
                <a:cs typeface="Consolas"/>
              </a:rPr>
              <a:t>ọ</a:t>
            </a:r>
            <a:r>
              <a:rPr b="0" i="0" lang="vi-VN" sz="1400">
                <a:solidFill>
                  <a:srgbClr val="ABB2BF"/>
                </a:solidFill>
                <a:latin typeface="Consolas"/>
                <a:ea typeface="Consolas"/>
                <a:cs typeface="Consolas"/>
              </a:rPr>
              <a:t>i</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sau</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khai</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b</a:t>
            </a:r>
            <a:r>
              <a:rPr b="0" i="0" lang="vi-VN" sz="1400">
                <a:solidFill>
                  <a:srgbClr val="ABB2BF"/>
                </a:solidFill>
                <a:latin typeface="Consolas"/>
                <a:ea typeface="Consolas"/>
                <a:cs typeface="Consolas"/>
              </a:rPr>
              <a:t>á</a:t>
            </a:r>
            <a:r>
              <a:rPr b="0" i="0" lang="vi-VN" sz="1400">
                <a:solidFill>
                  <a:srgbClr val="ABB2BF"/>
                </a:solidFill>
                <a:latin typeface="Consolas"/>
                <a:ea typeface="Consolas"/>
                <a:cs typeface="Consolas"/>
              </a:rPr>
              <a:t>o</a:t>
            </a:r>
          </a:p>
        </p:txBody>
      </p:sp>
      <p:sp>
        <p:nvSpPr>
          <p:cNvPr id="1025" name="CardBg_1025"/>
          <p:cNvSpPr/>
          <p:nvPr/>
        </p:nvSpPr>
        <p:spPr>
          <a:xfrm>
            <a:off x="6238200" y="2000000"/>
            <a:ext cx="5200000" cy="3900000"/>
          </a:xfrm>
          <a:prstGeom prst="roundRect">
            <a:avLst>
              <a:gd name="adj" fmla="val 4000"/>
            </a:avLst>
          </a:prstGeom>
          <a:solidFill>
            <a:srgbClr val="FFFFFF"/>
          </a:solidFill>
          <a:ln w="12700">
            <a:solidFill>
              <a:srgbClr val="D9D9D9"/>
            </a:solidFill>
          </a:ln>
        </p:spPr>
      </p:sp>
      <p:sp>
        <p:nvSpPr>
          <p:cNvPr id="1026" name="TextBox_1026"/>
          <p:cNvSpPr txBox="1"/>
          <p:nvPr/>
        </p:nvSpPr>
        <p:spPr>
          <a:xfrm>
            <a:off x="6438200" y="2180000"/>
            <a:ext cx="4800000" cy="3500000"/>
          </a:xfrm>
          <a:prstGeom prst="rect">
            <a:avLst/>
          </a:prstGeom>
          <a:noFill/>
          <a:ln>
            <a:noFill/>
          </a:ln>
        </p:spPr>
        <p:txBody>
          <a:bodyPr anchorCtr="0" anchor="t" bIns="45700" lIns="91425" spcFirstLastPara="1" rIns="91425" wrap="square" tIns="45700">
            <a:normAutofit/>
          </a:bodyPr>
          <a:lstStyle/>
          <a:p>
            <a:pPr indent="0" marL="0" lvl="0" rtl="0" algn="l">
              <a:lnSpc>
                <a:spcPct val="150000"/>
              </a:lnSpc>
              <a:spcBef>
                <a:spcPts val="0"/>
              </a:spcBef>
              <a:spcAft>
                <a:spcPts val="250"/>
              </a:spcAft>
              <a:buNone/>
            </a:pPr>
            <a:r>
              <a:rPr b="1" i="0" lang="vi-VN" sz="1800">
                <a:solidFill>
                  <a:srgbClr val="C00000"/>
                </a:solidFill>
                <a:latin typeface="Arial"/>
                <a:ea typeface="Arial"/>
                <a:cs typeface="Arial"/>
              </a:rPr>
              <a:t>Đặc tính Kỹ thuật</a:t>
            </a:r>
          </a:p>
          <a:p>
            <a:pPr indent="-250000" marL="350000" lvl="0" rtl="0" algn="l">
              <a:lnSpc>
                <a:spcPct val="150000"/>
              </a:lnSpc>
              <a:spcBef>
                <a:spcPts val="0"/>
              </a:spcBef>
              <a:spcAft>
                <a:spcPts val="180"/>
              </a:spcAft>
              <a:buClr>
                <a:srgbClr val="C00000"/>
              </a:buClr>
              <a:buSzPts val="1400"/>
              <a:buFont typeface="Arial"/>
              <a:buChar char="●"/>
            </a:pPr>
            <a:r>
              <a:rPr b="0" i="0" lang="vi-VN" sz="1600">
                <a:solidFill>
                  <a:srgbClr val="000000"/>
                </a:solidFill>
                <a:latin typeface="Arial"/>
                <a:ea typeface="Arial"/>
                <a:cs typeface="Arial"/>
              </a:rPr>
              <a:t>Function Declaration được hoist toàn bộ lên đầu scope, cho phép gọi hàm trước dòng định nghĩa.</a:t>
            </a:r>
          </a:p>
          <a:p>
            <a:pPr indent="-250000" marL="350000" lvl="0" rtl="0" algn="l">
              <a:lnSpc>
                <a:spcPct val="150000"/>
              </a:lnSpc>
              <a:spcBef>
                <a:spcPts val="0"/>
              </a:spcBef>
              <a:spcAft>
                <a:spcPts val="180"/>
              </a:spcAft>
              <a:buClr>
                <a:srgbClr val="C00000"/>
              </a:buClr>
              <a:buSzPts val="1400"/>
              <a:buFont typeface="Arial"/>
              <a:buChar char="●"/>
            </a:pPr>
            <a:r>
              <a:rPr b="0" i="0" lang="vi-VN" sz="1600">
                <a:solidFill>
                  <a:srgbClr val="000000"/>
                </a:solidFill>
                <a:latin typeface="Arial"/>
                <a:ea typeface="Arial"/>
                <a:cs typeface="Arial"/>
              </a:rPr>
              <a:t>Function Expression gán hàm vào biến (const/let), chỉ sử dụng được sau khi dòng code thực thi tới.</a:t>
            </a:r>
          </a:p>
          <a:p>
            <a:pPr indent="-250000" marL="350000" lvl="0" rtl="0" algn="l">
              <a:lnSpc>
                <a:spcPct val="150000"/>
              </a:lnSpc>
              <a:spcBef>
                <a:spcPts val="0"/>
              </a:spcBef>
              <a:spcAft>
                <a:spcPts val="180"/>
              </a:spcAft>
              <a:buClr>
                <a:srgbClr val="C00000"/>
              </a:buClr>
              <a:buSzPts val="1400"/>
              <a:buFont typeface="Arial"/>
              <a:buChar char="●"/>
            </a:pPr>
            <a:r>
              <a:rPr b="0" i="0" lang="vi-VN" sz="1600">
                <a:solidFill>
                  <a:srgbClr val="000000"/>
                </a:solidFill>
                <a:latin typeface="Arial"/>
                <a:ea typeface="Arial"/>
                <a:cs typeface="Arial"/>
              </a:rPr>
              <a:t>Khuyên dùng: Dùng Expression để ngăn chặn gọi hàm lộn xộn, tăng tính dự đoán cho chương trình.</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p="http://schemas.openxmlformats.org/presentationml/2006/main">
  <p:cSld>
    <p:spTree>
      <p:nvGrpSpPr>
        <p:cNvPr id="1" name="Root"/>
        <p:cNvGrpSpPr/>
        <p:nvPr/>
      </p:nvGrpSpPr>
      <p:grpSpPr>
        <a:xfrm>
          <a:off x="0" y="0"/>
          <a:ext cx="0" cy="0"/>
          <a:chOff x="0" y="0"/>
          <a:chExt cx="0" cy="0"/>
        </a:xfrm>
      </p:grpSpPr>
      <p:sp>
        <p:nvSpPr>
          <p:cNvPr id="1028" name="Title_1028"/>
          <p:cNvSpPr txBox="1"/>
          <p:nvPr>
            <p:ph type="title"/>
          </p:nvPr>
        </p:nvSpPr>
        <p:spPr>
          <a:xfrm>
            <a:off x="838200" y="509145"/>
            <a:ext cx="8463742" cy="945588"/>
          </a:xfrm>
          <a:prstGeom prst="rect">
            <a:avLst/>
          </a:prstGeom>
          <a:noFill/>
          <a:ln>
            <a:noFill/>
          </a:ln>
        </p:spPr>
        <p:txBody>
          <a:bodyPr anchorCtr="0" anchor="ctr" bIns="45700" lIns="0" spcFirstLastPara="1" rIns="91425" wrap="square" tIns="45700">
            <a:normAutofit/>
          </a:bodyPr>
          <a:lstStyle/>
          <a:p>
            <a:pPr indent="0" lvl="0" marL="0" rtl="0" algn="l">
              <a:lnSpc>
                <a:spcPct val="150000"/>
              </a:lnSpc>
              <a:spcBef>
                <a:spcPts val="0"/>
              </a:spcBef>
              <a:spcAft>
                <a:spcPts val="0"/>
              </a:spcAft>
              <a:buNone/>
            </a:pPr>
            <a:r>
              <a:rPr b="1" lang="vi-VN" sz="2800">
                <a:solidFill>
                  <a:srgbClr val="C00000"/>
                </a:solidFill>
                <a:latin typeface="Montserrat ExtraBold"/>
                <a:ea typeface="Montserrat ExtraBold"/>
                <a:cs typeface="Montserrat ExtraBold"/>
              </a:rPr>
              <a:t>2. Arrow Function ES6 — 1/2</a:t>
            </a:r>
          </a:p>
        </p:txBody>
      </p:sp>
      <p:sp>
        <p:nvSpPr>
          <p:cNvPr id="1029" name="H2_Subtitle_1029"/>
          <p:cNvSpPr txBox="1"/>
          <p:nvPr/>
        </p:nvSpPr>
        <p:spPr>
          <a:xfrm>
            <a:off x="838200" y="1400000"/>
            <a:ext cx="10600000" cy="460000"/>
          </a:xfrm>
          <a:prstGeom prst="rect">
            <a:avLst/>
          </a:prstGeom>
          <a:noFill/>
          <a:ln>
            <a:noFill/>
          </a:ln>
        </p:spPr>
        <p:txBody>
          <a:bodyPr anchorCtr="0" anchor="t" bIns="45700" lIns="0" spcFirstLastPara="1" rIns="91425" wrap="square" tIns="45700">
            <a:normAutofit/>
          </a:bodyPr>
          <a:lstStyle/>
          <a:p>
            <a:pPr indent="0" lvl="0" marL="0" rtl="0" algn="l">
              <a:lnSpc>
                <a:spcPct val="150000"/>
              </a:lnSpc>
              <a:spcBef>
                <a:spcPts val="0"/>
              </a:spcBef>
              <a:spcAft>
                <a:spcPts val="0"/>
              </a:spcAft>
              <a:buNone/>
            </a:pPr>
            <a:r>
              <a:rPr b="1" lang="vi-VN" sz="2000">
                <a:solidFill>
                  <a:srgbClr val="000000"/>
                </a:solidFill>
                <a:latin typeface="Montserrat ExtraBold"/>
                <a:ea typeface="Montserrat ExtraBold"/>
                <a:cs typeface="Montserrat ExtraBold"/>
              </a:rPr>
              <a:t>Tối ưu cú pháp ngắn gọn và viết hàm xử lý kiện hàng trên 1 dòng</a:t>
            </a:r>
          </a:p>
        </p:txBody>
      </p:sp>
      <p:sp>
        <p:nvSpPr>
          <p:cNvPr id="1030" name="CardBg_1030"/>
          <p:cNvSpPr/>
          <p:nvPr/>
        </p:nvSpPr>
        <p:spPr>
          <a:xfrm>
            <a:off x="838200" y="2000000"/>
            <a:ext cx="5200000" cy="3900000"/>
          </a:xfrm>
          <a:prstGeom prst="roundRect">
            <a:avLst>
              <a:gd name="adj" fmla="val 4000"/>
            </a:avLst>
          </a:prstGeom>
          <a:solidFill>
            <a:srgbClr val="282C34"/>
          </a:solidFill>
          <a:ln w="12700">
            <a:solidFill>
              <a:srgbClr val="D9D9D9"/>
            </a:solidFill>
          </a:ln>
        </p:spPr>
      </p:sp>
      <p:sp>
        <p:nvSpPr>
          <p:cNvPr id="1031" name="TextBox_1031"/>
          <p:cNvSpPr txBox="1"/>
          <p:nvPr/>
        </p:nvSpPr>
        <p:spPr>
          <a:xfrm>
            <a:off x="938200" y="2050000"/>
            <a:ext cx="5000000" cy="360000"/>
          </a:xfrm>
          <a:prstGeom prst="rect">
            <a:avLst/>
          </a:prstGeom>
          <a:noFill/>
          <a:ln>
            <a:noFill/>
          </a:ln>
        </p:spPr>
        <p:txBody>
          <a:bodyPr anchorCtr="0" anchor="t" bIns="45700" lIns="91425" spcFirstLastPara="1" rIns="91425" wrap="square" tIns="45700">
            <a:normAutofit/>
          </a:bodyPr>
          <a:lstStyle/>
          <a:p>
            <a:pPr indent="0" marL="0" lvl="0" rtl="0" algn="l">
              <a:lnSpc>
                <a:spcPct val="150000"/>
              </a:lnSpc>
              <a:spcBef>
                <a:spcPts val="0"/>
              </a:spcBef>
              <a:spcAft>
                <a:spcPts val="0"/>
              </a:spcAft>
              <a:buNone/>
            </a:pPr>
            <a:r>
              <a:rPr b="1" i="0" lang="vi-VN" sz="1400">
                <a:solidFill>
                  <a:srgbClr val="FFFFFF"/>
                </a:solidFill>
                <a:latin typeface="Arial"/>
                <a:ea typeface="Arial"/>
                <a:cs typeface="Arial"/>
              </a:rPr>
              <a:t>JS: Cú pháp Arrow Function trong Warehouse</a:t>
            </a:r>
          </a:p>
        </p:txBody>
      </p:sp>
      <p:sp>
        <p:nvSpPr>
          <p:cNvPr id="1032" name="TextBox_1032"/>
          <p:cNvSpPr txBox="1"/>
          <p:nvPr/>
        </p:nvSpPr>
        <p:spPr>
          <a:xfrm>
            <a:off x="938200" y="2420000"/>
            <a:ext cx="5000000" cy="3440000"/>
          </a:xfrm>
          <a:prstGeom prst="rect">
            <a:avLst/>
          </a:prstGeom>
          <a:noFill/>
          <a:ln>
            <a:noFill/>
          </a:ln>
        </p:spPr>
        <p:txBody>
          <a:bodyPr anchorCtr="0" anchor="t" bIns="45700" lIns="91425" spcFirstLastPara="1" rIns="91425" wrap="square" tIns="45700">
            <a:normAutofit/>
          </a:bodyPr>
          <a:lstStyle/>
          <a:p>
            <a:pPr indent="0" marL="0" lvl="0" rtl="0" algn="l">
              <a:lnSpc>
                <a:spcPct val="150000"/>
              </a:lnSpc>
              <a:spcBef>
                <a:spcPts val="0"/>
              </a:spcBef>
              <a:spcAft>
                <a:spcPts val="80"/>
              </a:spcAft>
              <a:buNone/>
            </a:pPr>
            <a:r>
              <a:rPr b="0" i="1" lang="vi-VN" sz="1400">
                <a:solidFill>
                  <a:srgbClr val="5C6370"/>
                </a:solidFill>
                <a:latin typeface="Consolas"/>
                <a:ea typeface="Consolas"/>
                <a:cs typeface="Consolas"/>
              </a:rPr>
              <a:t>// Regular Function Expression</a:t>
            </a:r>
          </a:p>
          <a:p>
            <a:pPr indent="0" marL="0" lvl="0" rtl="0" algn="l">
              <a:lnSpc>
                <a:spcPct val="150000"/>
              </a:lnSpc>
              <a:spcBef>
                <a:spcPts val="0"/>
              </a:spcBef>
              <a:spcAft>
                <a:spcPts val="80"/>
              </a:spcAft>
              <a:buNone/>
            </a:pPr>
            <a:r>
              <a:rPr b="1" i="0" lang="vi-VN" sz="1400">
                <a:solidFill>
                  <a:srgbClr val="C678DD"/>
                </a:solidFill>
                <a:latin typeface="Consolas"/>
                <a:ea typeface="Consolas"/>
                <a:cs typeface="Consolas"/>
              </a:rPr>
              <a:t>const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checkOverweightOld</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1" i="0" lang="vi-VN" sz="1400">
                <a:solidFill>
                  <a:srgbClr val="C678DD"/>
                </a:solidFill>
                <a:latin typeface="Consolas"/>
                <a:ea typeface="Consolas"/>
                <a:cs typeface="Consolas"/>
              </a:rPr>
              <a:t>function</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weight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  </a:t>
            </a:r>
            <a:r>
              <a:rPr b="1" i="0" lang="vi-VN" sz="1400">
                <a:solidFill>
                  <a:srgbClr val="C678DD"/>
                </a:solidFill>
                <a:latin typeface="Consolas"/>
                <a:ea typeface="Consolas"/>
                <a:cs typeface="Consolas"/>
              </a:rPr>
              <a:t>return</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weight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&gt;</a:t>
            </a:r>
            <a:r>
              <a:rPr b="0" i="0" lang="vi-VN" sz="1400">
                <a:solidFill>
                  <a:srgbClr val="ABB2BF"/>
                </a:solidFill>
                <a:latin typeface="Consolas"/>
                <a:ea typeface="Consolas"/>
                <a:cs typeface="Consolas"/>
              </a:rPr>
              <a:t> </a:t>
            </a:r>
            <a:r>
              <a:rPr b="0" i="0" lang="vi-VN" sz="1400">
                <a:solidFill>
                  <a:srgbClr val="D19A66"/>
                </a:solidFill>
                <a:latin typeface="Consolas"/>
                <a:ea typeface="Consolas"/>
                <a:cs typeface="Consolas"/>
              </a:rPr>
              <a:t>30</a:t>
            </a:r>
            <a:r>
              <a:rPr b="0" i="0" lang="vi-VN" sz="1400">
                <a:solidFill>
                  <a:srgbClr val="ABB2BF"/>
                </a:solidFill>
                <a:latin typeface="Consolas"/>
                <a:ea typeface="Consolas"/>
                <a:cs typeface="Consolas"/>
              </a:rPr>
              <a:t>;</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 </a:t>
            </a:r>
          </a:p>
          <a:p>
            <a:pPr indent="0" marL="0" lvl="0" rtl="0" algn="l">
              <a:lnSpc>
                <a:spcPct val="150000"/>
              </a:lnSpc>
              <a:spcBef>
                <a:spcPts val="0"/>
              </a:spcBef>
              <a:spcAft>
                <a:spcPts val="80"/>
              </a:spcAft>
              <a:buNone/>
            </a:pPr>
            <a:r>
              <a:rPr b="0" i="1" lang="vi-VN" sz="1400">
                <a:solidFill>
                  <a:srgbClr val="5C6370"/>
                </a:solidFill>
                <a:latin typeface="Consolas"/>
                <a:ea typeface="Consolas"/>
                <a:cs typeface="Consolas"/>
              </a:rPr>
              <a:t>// Arrow Function đầy đủ</a:t>
            </a:r>
          </a:p>
          <a:p>
            <a:pPr indent="0" marL="0" lvl="0" rtl="0" algn="l">
              <a:lnSpc>
                <a:spcPct val="150000"/>
              </a:lnSpc>
              <a:spcBef>
                <a:spcPts val="0"/>
              </a:spcBef>
              <a:spcAft>
                <a:spcPts val="80"/>
              </a:spcAft>
              <a:buNone/>
            </a:pPr>
            <a:r>
              <a:rPr b="1" i="0" lang="vi-VN" sz="1400">
                <a:solidFill>
                  <a:srgbClr val="C678DD"/>
                </a:solidFill>
                <a:latin typeface="Consolas"/>
                <a:ea typeface="Consolas"/>
                <a:cs typeface="Consolas"/>
              </a:rPr>
              <a:t>const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checkOverweight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weight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&gt;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  </a:t>
            </a:r>
            <a:r>
              <a:rPr b="1" i="0" lang="vi-VN" sz="1400">
                <a:solidFill>
                  <a:srgbClr val="C678DD"/>
                </a:solidFill>
                <a:latin typeface="Consolas"/>
                <a:ea typeface="Consolas"/>
                <a:cs typeface="Consolas"/>
              </a:rPr>
              <a:t>return</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weight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&gt;</a:t>
            </a:r>
            <a:r>
              <a:rPr b="0" i="0" lang="vi-VN" sz="1400">
                <a:solidFill>
                  <a:srgbClr val="ABB2BF"/>
                </a:solidFill>
                <a:latin typeface="Consolas"/>
                <a:ea typeface="Consolas"/>
                <a:cs typeface="Consolas"/>
              </a:rPr>
              <a:t> </a:t>
            </a:r>
            <a:r>
              <a:rPr b="0" i="0" lang="vi-VN" sz="1400">
                <a:solidFill>
                  <a:srgbClr val="D19A66"/>
                </a:solidFill>
                <a:latin typeface="Consolas"/>
                <a:ea typeface="Consolas"/>
                <a:cs typeface="Consolas"/>
              </a:rPr>
              <a:t>30</a:t>
            </a:r>
            <a:r>
              <a:rPr b="0" i="0" lang="vi-VN" sz="1400">
                <a:solidFill>
                  <a:srgbClr val="ABB2BF"/>
                </a:solidFill>
                <a:latin typeface="Consolas"/>
                <a:ea typeface="Consolas"/>
                <a:cs typeface="Consolas"/>
              </a:rPr>
              <a:t>;</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 </a:t>
            </a:r>
          </a:p>
          <a:p>
            <a:pPr indent="0" marL="0" lvl="0" rtl="0" algn="l">
              <a:lnSpc>
                <a:spcPct val="150000"/>
              </a:lnSpc>
              <a:spcBef>
                <a:spcPts val="0"/>
              </a:spcBef>
              <a:spcAft>
                <a:spcPts val="80"/>
              </a:spcAft>
              <a:buNone/>
            </a:pPr>
            <a:r>
              <a:rPr b="0" i="1" lang="vi-VN" sz="1400">
                <a:solidFill>
                  <a:srgbClr val="5C6370"/>
                </a:solidFill>
                <a:latin typeface="Consolas"/>
                <a:ea typeface="Consolas"/>
                <a:cs typeface="Consolas"/>
              </a:rPr>
              <a:t>// Arrow Function rút gọn (Implicit Return)</a:t>
            </a:r>
          </a:p>
          <a:p>
            <a:pPr indent="0" marL="0" lvl="0" rtl="0" algn="l">
              <a:lnSpc>
                <a:spcPct val="150000"/>
              </a:lnSpc>
              <a:spcBef>
                <a:spcPts val="0"/>
              </a:spcBef>
              <a:spcAft>
                <a:spcPts val="80"/>
              </a:spcAft>
              <a:buNone/>
            </a:pPr>
            <a:r>
              <a:rPr b="1" i="0" lang="vi-VN" sz="1400">
                <a:solidFill>
                  <a:srgbClr val="C678DD"/>
                </a:solidFill>
                <a:latin typeface="Consolas"/>
                <a:ea typeface="Consolas"/>
                <a:cs typeface="Consolas"/>
              </a:rPr>
              <a:t>const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isExpressPackage</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pkg</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&gt;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pkg</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isPriority</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&amp;</a:t>
            </a:r>
            <a:r>
              <a:rPr b="0" i="0" lang="vi-VN" sz="1400">
                <a:solidFill>
                  <a:srgbClr val="ABB2BF"/>
                </a:solidFill>
                <a:latin typeface="Consolas"/>
                <a:ea typeface="Consolas"/>
                <a:cs typeface="Consolas"/>
              </a:rPr>
              <a:t>&amp;</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pkg</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weight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&lt;</a:t>
            </a:r>
            <a:r>
              <a:rPr b="0" i="0" lang="vi-VN" sz="1400">
                <a:solidFill>
                  <a:srgbClr val="ABB2BF"/>
                </a:solidFill>
                <a:latin typeface="Consolas"/>
                <a:ea typeface="Consolas"/>
                <a:cs typeface="Consolas"/>
              </a:rPr>
              <a:t> </a:t>
            </a:r>
            <a:r>
              <a:rPr b="0" i="0" lang="vi-VN" sz="1400">
                <a:solidFill>
                  <a:srgbClr val="D19A66"/>
                </a:solidFill>
                <a:latin typeface="Consolas"/>
                <a:ea typeface="Consolas"/>
                <a:cs typeface="Consolas"/>
              </a:rPr>
              <a:t>10</a:t>
            </a:r>
            <a:r>
              <a:rPr b="0" i="0" lang="vi-VN" sz="1400">
                <a:solidFill>
                  <a:srgbClr val="ABB2BF"/>
                </a:solidFill>
                <a:latin typeface="Consolas"/>
                <a:ea typeface="Consolas"/>
                <a:cs typeface="Consolas"/>
              </a:rPr>
              <a:t>;</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 </a:t>
            </a:r>
          </a:p>
          <a:p>
            <a:pPr indent="0" marL="0" lvl="0" rtl="0" algn="l">
              <a:lnSpc>
                <a:spcPct val="150000"/>
              </a:lnSpc>
              <a:spcBef>
                <a:spcPts val="0"/>
              </a:spcBef>
              <a:spcAft>
                <a:spcPts val="80"/>
              </a:spcAft>
              <a:buNone/>
            </a:pPr>
            <a:r>
              <a:rPr b="0" i="1" lang="vi-VN" sz="1400">
                <a:solidFill>
                  <a:srgbClr val="5C6370"/>
                </a:solidFill>
                <a:latin typeface="Consolas"/>
                <a:ea typeface="Consolas"/>
                <a:cs typeface="Consolas"/>
              </a:rPr>
              <a:t>// Gọi hàm kiểm tra kiện hàng</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console</a:t>
            </a:r>
            <a:r>
              <a:rPr b="0" i="0" lang="vi-VN" sz="1400">
                <a:solidFill>
                  <a:srgbClr val="ABB2BF"/>
                </a:solidFill>
                <a:latin typeface="Consolas"/>
                <a:ea typeface="Consolas"/>
                <a:cs typeface="Consolas"/>
              </a:rPr>
              <a:t>.</a:t>
            </a:r>
            <a:r>
              <a:rPr b="0" i="0" lang="vi-VN" sz="1400">
                <a:solidFill>
                  <a:srgbClr val="61AFEF"/>
                </a:solidFill>
                <a:latin typeface="Consolas"/>
                <a:ea typeface="Consolas"/>
                <a:cs typeface="Consolas"/>
              </a:rPr>
              <a:t>log</a:t>
            </a:r>
            <a:r>
              <a:rPr b="0" i="0" lang="vi-VN" sz="1400">
                <a:solidFill>
                  <a:srgbClr val="ABB2BF"/>
                </a:solidFill>
                <a:latin typeface="Consolas"/>
                <a:ea typeface="Consolas"/>
                <a:cs typeface="Consolas"/>
              </a:rPr>
              <a:t>(</a:t>
            </a:r>
            <a:r>
              <a:rPr b="0" i="0" lang="vi-VN" sz="1400">
                <a:solidFill>
                  <a:srgbClr val="61AFEF"/>
                </a:solidFill>
                <a:latin typeface="Consolas"/>
                <a:ea typeface="Consolas"/>
                <a:cs typeface="Consolas"/>
              </a:rPr>
              <a:t>checkOverweight</a:t>
            </a:r>
            <a:r>
              <a:rPr b="0" i="0" lang="vi-VN" sz="1400">
                <a:solidFill>
                  <a:srgbClr val="ABB2BF"/>
                </a:solidFill>
                <a:latin typeface="Consolas"/>
                <a:ea typeface="Consolas"/>
                <a:cs typeface="Consolas"/>
              </a:rPr>
              <a:t>(</a:t>
            </a:r>
            <a:r>
              <a:rPr b="0" i="0" lang="vi-VN" sz="1400">
                <a:solidFill>
                  <a:srgbClr val="D19A66"/>
                </a:solidFill>
                <a:latin typeface="Consolas"/>
                <a:ea typeface="Consolas"/>
                <a:cs typeface="Consolas"/>
              </a:rPr>
              <a:t>45</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true</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console</a:t>
            </a:r>
            <a:r>
              <a:rPr b="0" i="0" lang="vi-VN" sz="1400">
                <a:solidFill>
                  <a:srgbClr val="ABB2BF"/>
                </a:solidFill>
                <a:latin typeface="Consolas"/>
                <a:ea typeface="Consolas"/>
                <a:cs typeface="Consolas"/>
              </a:rPr>
              <a:t>.</a:t>
            </a:r>
            <a:r>
              <a:rPr b="0" i="0" lang="vi-VN" sz="1400">
                <a:solidFill>
                  <a:srgbClr val="61AFEF"/>
                </a:solidFill>
                <a:latin typeface="Consolas"/>
                <a:ea typeface="Consolas"/>
                <a:cs typeface="Consolas"/>
              </a:rPr>
              <a:t>log</a:t>
            </a:r>
            <a:r>
              <a:rPr b="0" i="0" lang="vi-VN" sz="1400">
                <a:solidFill>
                  <a:srgbClr val="ABB2BF"/>
                </a:solidFill>
                <a:latin typeface="Consolas"/>
                <a:ea typeface="Consolas"/>
                <a:cs typeface="Consolas"/>
              </a:rPr>
              <a:t>(</a:t>
            </a:r>
            <a:r>
              <a:rPr b="0" i="0" lang="vi-VN" sz="1400">
                <a:solidFill>
                  <a:srgbClr val="61AFEF"/>
                </a:solidFill>
                <a:latin typeface="Consolas"/>
                <a:ea typeface="Consolas"/>
                <a:cs typeface="Consolas"/>
              </a:rPr>
              <a:t>isExpressPackage</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isPriority</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true</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weight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D19A66"/>
                </a:solidFill>
                <a:latin typeface="Consolas"/>
                <a:ea typeface="Consolas"/>
                <a:cs typeface="Consolas"/>
              </a:rPr>
              <a:t>5</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true</a:t>
            </a:r>
          </a:p>
        </p:txBody>
      </p:sp>
      <p:sp>
        <p:nvSpPr>
          <p:cNvPr id="1033" name="CardBg_1033"/>
          <p:cNvSpPr/>
          <p:nvPr/>
        </p:nvSpPr>
        <p:spPr>
          <a:xfrm>
            <a:off x="6238200" y="2000000"/>
            <a:ext cx="5200000" cy="3900000"/>
          </a:xfrm>
          <a:prstGeom prst="roundRect">
            <a:avLst>
              <a:gd name="adj" fmla="val 4000"/>
            </a:avLst>
          </a:prstGeom>
          <a:solidFill>
            <a:srgbClr val="FFFFFF"/>
          </a:solidFill>
          <a:ln w="12700">
            <a:solidFill>
              <a:srgbClr val="D9D9D9"/>
            </a:solidFill>
          </a:ln>
        </p:spPr>
      </p:sp>
      <p:sp>
        <p:nvSpPr>
          <p:cNvPr id="1034" name="TextBox_1034"/>
          <p:cNvSpPr txBox="1"/>
          <p:nvPr/>
        </p:nvSpPr>
        <p:spPr>
          <a:xfrm>
            <a:off x="6438200" y="2180000"/>
            <a:ext cx="4800000" cy="3500000"/>
          </a:xfrm>
          <a:prstGeom prst="rect">
            <a:avLst/>
          </a:prstGeom>
          <a:noFill/>
          <a:ln>
            <a:noFill/>
          </a:ln>
        </p:spPr>
        <p:txBody>
          <a:bodyPr anchorCtr="0" anchor="t" bIns="45700" lIns="91425" spcFirstLastPara="1" rIns="91425" wrap="square" tIns="45700">
            <a:normAutofit/>
          </a:bodyPr>
          <a:lstStyle/>
          <a:p>
            <a:pPr indent="0" marL="0" lvl="0" rtl="0" algn="l">
              <a:lnSpc>
                <a:spcPct val="150000"/>
              </a:lnSpc>
              <a:spcBef>
                <a:spcPts val="0"/>
              </a:spcBef>
              <a:spcAft>
                <a:spcPts val="250"/>
              </a:spcAft>
              <a:buNone/>
            </a:pPr>
            <a:r>
              <a:rPr b="1" i="0" lang="vi-VN" sz="1800">
                <a:solidFill>
                  <a:srgbClr val="C00000"/>
                </a:solidFill>
                <a:latin typeface="Arial"/>
                <a:ea typeface="Arial"/>
                <a:cs typeface="Arial"/>
              </a:rPr>
              <a:t>Điểm quan trọng Arrow Function</a:t>
            </a:r>
          </a:p>
          <a:p>
            <a:pPr indent="-250000" marL="350000" lvl="0" rtl="0" algn="l">
              <a:lnSpc>
                <a:spcPct val="150000"/>
              </a:lnSpc>
              <a:spcBef>
                <a:spcPts val="0"/>
              </a:spcBef>
              <a:spcAft>
                <a:spcPts val="180"/>
              </a:spcAft>
              <a:buClr>
                <a:srgbClr val="C00000"/>
              </a:buClr>
              <a:buSzPts val="1400"/>
              <a:buFont typeface="Arial"/>
              <a:buChar char="●"/>
            </a:pPr>
            <a:r>
              <a:rPr b="0" i="0" lang="vi-VN" sz="1600">
                <a:solidFill>
                  <a:srgbClr val="000000"/>
                </a:solidFill>
                <a:latin typeface="Arial"/>
                <a:ea typeface="Arial"/>
                <a:cs typeface="Arial"/>
              </a:rPr>
              <a:t>Bỏ từ khóa `function`, dùng mũi tên `=&gt;` giúp cú pháp cực kỳ súc tích.</a:t>
            </a:r>
          </a:p>
          <a:p>
            <a:pPr indent="-250000" marL="350000" lvl="0" rtl="0" algn="l">
              <a:lnSpc>
                <a:spcPct val="150000"/>
              </a:lnSpc>
              <a:spcBef>
                <a:spcPts val="0"/>
              </a:spcBef>
              <a:spcAft>
                <a:spcPts val="180"/>
              </a:spcAft>
              <a:buClr>
                <a:srgbClr val="C00000"/>
              </a:buClr>
              <a:buSzPts val="1400"/>
              <a:buFont typeface="Arial"/>
              <a:buChar char="●"/>
            </a:pPr>
            <a:r>
              <a:rPr b="0" i="0" lang="vi-VN" sz="1600">
                <a:solidFill>
                  <a:srgbClr val="000000"/>
                </a:solidFill>
                <a:latin typeface="Arial"/>
                <a:ea typeface="Arial"/>
                <a:cs typeface="Arial"/>
              </a:rPr>
              <a:t>Nếu chỉ có 1 tham số: Có thể bỏ cặp ngoặc tròn `()`.</a:t>
            </a:r>
          </a:p>
          <a:p>
            <a:pPr indent="-250000" marL="350000" lvl="0" rtl="0" algn="l">
              <a:lnSpc>
                <a:spcPct val="150000"/>
              </a:lnSpc>
              <a:spcBef>
                <a:spcPts val="0"/>
              </a:spcBef>
              <a:spcAft>
                <a:spcPts val="180"/>
              </a:spcAft>
              <a:buClr>
                <a:srgbClr val="C00000"/>
              </a:buClr>
              <a:buSzPts val="1400"/>
              <a:buFont typeface="Arial"/>
              <a:buChar char="●"/>
            </a:pPr>
            <a:r>
              <a:rPr b="0" i="0" lang="vi-VN" sz="1600">
                <a:solidFill>
                  <a:srgbClr val="000000"/>
                </a:solidFill>
                <a:latin typeface="Arial"/>
                <a:ea typeface="Arial"/>
                <a:cs typeface="Arial"/>
              </a:rPr>
              <a:t>Nếu thân hàm chỉ có 1 biểu thức: Có thể bỏ `{}` và từ khóa `return` (tự động trả về).</a:t>
            </a:r>
          </a:p>
          <a:p>
            <a:pPr indent="-250000" marL="350000" lvl="0" rtl="0" algn="l">
              <a:lnSpc>
                <a:spcPct val="150000"/>
              </a:lnSpc>
              <a:spcBef>
                <a:spcPts val="0"/>
              </a:spcBef>
              <a:spcAft>
                <a:spcPts val="180"/>
              </a:spcAft>
              <a:buClr>
                <a:srgbClr val="C00000"/>
              </a:buClr>
              <a:buSzPts val="1400"/>
              <a:buFont typeface="Arial"/>
              <a:buChar char="●"/>
            </a:pPr>
            <a:r>
              <a:rPr b="0" i="0" lang="vi-VN" sz="1600">
                <a:solidFill>
                  <a:srgbClr val="000000"/>
                </a:solidFill>
                <a:latin typeface="Arial"/>
                <a:ea typeface="Arial"/>
                <a:cs typeface="Arial"/>
              </a:rPr>
              <a:t>Lưu ý: Arrow Function không có từ khóa `this` riêng.</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p="http://schemas.openxmlformats.org/presentationml/2006/main">
  <p:cSld>
    <p:spTree>
      <p:nvGrpSpPr>
        <p:cNvPr id="1" name="Root"/>
        <p:cNvGrpSpPr/>
        <p:nvPr/>
      </p:nvGrpSpPr>
      <p:grpSpPr>
        <a:xfrm>
          <a:off x="0" y="0"/>
          <a:ext cx="0" cy="0"/>
          <a:chOff x="0" y="0"/>
          <a:chExt cx="0" cy="0"/>
        </a:xfrm>
      </p:grpSpPr>
      <p:sp>
        <p:nvSpPr>
          <p:cNvPr id="1036" name="Title_1036"/>
          <p:cNvSpPr txBox="1"/>
          <p:nvPr>
            <p:ph type="title"/>
          </p:nvPr>
        </p:nvSpPr>
        <p:spPr>
          <a:xfrm>
            <a:off x="838200" y="509145"/>
            <a:ext cx="8463742" cy="945588"/>
          </a:xfrm>
          <a:prstGeom prst="rect">
            <a:avLst/>
          </a:prstGeom>
          <a:noFill/>
          <a:ln>
            <a:noFill/>
          </a:ln>
        </p:spPr>
        <p:txBody>
          <a:bodyPr anchorCtr="0" anchor="ctr" bIns="45700" lIns="0" spcFirstLastPara="1" rIns="91425" wrap="square" tIns="45700">
            <a:normAutofit/>
          </a:bodyPr>
          <a:lstStyle/>
          <a:p>
            <a:pPr indent="0" lvl="0" marL="0" rtl="0" algn="l">
              <a:lnSpc>
                <a:spcPct val="150000"/>
              </a:lnSpc>
              <a:spcBef>
                <a:spcPts val="0"/>
              </a:spcBef>
              <a:spcAft>
                <a:spcPts val="0"/>
              </a:spcAft>
              <a:buNone/>
            </a:pPr>
            <a:r>
              <a:rPr b="1" lang="vi-VN" sz="2800">
                <a:solidFill>
                  <a:srgbClr val="C00000"/>
                </a:solidFill>
                <a:latin typeface="Montserrat ExtraBold"/>
                <a:ea typeface="Montserrat ExtraBold"/>
                <a:cs typeface="Montserrat ExtraBold"/>
              </a:rPr>
              <a:t>2. Tham số Mặc định &amp; Rest Parameters — 2/2</a:t>
            </a:r>
          </a:p>
        </p:txBody>
      </p:sp>
      <p:sp>
        <p:nvSpPr>
          <p:cNvPr id="1037" name="H2_Subtitle_1037"/>
          <p:cNvSpPr txBox="1"/>
          <p:nvPr/>
        </p:nvSpPr>
        <p:spPr>
          <a:xfrm>
            <a:off x="838200" y="1400000"/>
            <a:ext cx="10600000" cy="460000"/>
          </a:xfrm>
          <a:prstGeom prst="rect">
            <a:avLst/>
          </a:prstGeom>
          <a:noFill/>
          <a:ln>
            <a:noFill/>
          </a:ln>
        </p:spPr>
        <p:txBody>
          <a:bodyPr anchorCtr="0" anchor="t" bIns="45700" lIns="0" spcFirstLastPara="1" rIns="91425" wrap="square" tIns="45700">
            <a:normAutofit/>
          </a:bodyPr>
          <a:lstStyle/>
          <a:p>
            <a:pPr indent="0" lvl="0" marL="0" rtl="0" algn="l">
              <a:lnSpc>
                <a:spcPct val="150000"/>
              </a:lnSpc>
              <a:spcBef>
                <a:spcPts val="0"/>
              </a:spcBef>
              <a:spcAft>
                <a:spcPts val="0"/>
              </a:spcAft>
              <a:buNone/>
            </a:pPr>
            <a:r>
              <a:rPr b="1" lang="vi-VN" sz="2000">
                <a:solidFill>
                  <a:srgbClr val="000000"/>
                </a:solidFill>
                <a:latin typeface="Montserrat ExtraBold"/>
                <a:ea typeface="Montserrat ExtraBold"/>
                <a:cs typeface="Montserrat ExtraBold"/>
              </a:rPr>
              <a:t>Xử lý tham số linh hoạt khi nhập danh sách kiện hàng vào kho</a:t>
            </a:r>
          </a:p>
        </p:txBody>
      </p:sp>
      <p:sp>
        <p:nvSpPr>
          <p:cNvPr id="1038" name="CardBg_1038"/>
          <p:cNvSpPr/>
          <p:nvPr/>
        </p:nvSpPr>
        <p:spPr>
          <a:xfrm>
            <a:off x="838200" y="2000000"/>
            <a:ext cx="5150000" cy="3900000"/>
          </a:xfrm>
          <a:prstGeom prst="roundRect">
            <a:avLst>
              <a:gd name="adj" fmla="val 4000"/>
            </a:avLst>
          </a:prstGeom>
          <a:solidFill>
            <a:srgbClr val="FFFFFF"/>
          </a:solidFill>
          <a:ln w="12700">
            <a:solidFill>
              <a:srgbClr val="D9D9D9"/>
            </a:solidFill>
          </a:ln>
        </p:spPr>
      </p:sp>
      <p:sp>
        <p:nvSpPr>
          <p:cNvPr id="1039" name="TextBox_1039"/>
          <p:cNvSpPr txBox="1"/>
          <p:nvPr/>
        </p:nvSpPr>
        <p:spPr>
          <a:xfrm>
            <a:off x="1038200" y="2180000"/>
            <a:ext cx="4750000" cy="3540000"/>
          </a:xfrm>
          <a:prstGeom prst="rect">
            <a:avLst/>
          </a:prstGeom>
          <a:noFill/>
          <a:ln>
            <a:noFill/>
          </a:ln>
        </p:spPr>
        <p:txBody>
          <a:bodyPr anchorCtr="0" anchor="t" bIns="45700" lIns="91425" spcFirstLastPara="1" rIns="91425" wrap="square" tIns="45700">
            <a:normAutofit/>
          </a:bodyPr>
          <a:lstStyle/>
          <a:p>
            <a:pPr indent="0" marL="0" lvl="0" rtl="0" algn="l">
              <a:lnSpc>
                <a:spcPct val="150000"/>
              </a:lnSpc>
              <a:spcBef>
                <a:spcPts val="0"/>
              </a:spcBef>
              <a:spcAft>
                <a:spcPts val="250"/>
              </a:spcAft>
              <a:buNone/>
            </a:pPr>
            <a:r>
              <a:rPr b="1" i="0" lang="vi-VN" sz="1800">
                <a:solidFill>
                  <a:srgbClr val="C00000"/>
                </a:solidFill>
                <a:latin typeface="Arial"/>
                <a:ea typeface="Arial"/>
                <a:cs typeface="Arial"/>
              </a:rPr>
              <a:t>Tham số Mặc định (Default Params)</a:t>
            </a:r>
          </a:p>
          <a:p>
            <a:pPr indent="0" marL="0" lvl="0" rtl="0" algn="l">
              <a:lnSpc>
                <a:spcPct val="150000"/>
              </a:lnSpc>
              <a:spcBef>
                <a:spcPts val="0"/>
              </a:spcBef>
              <a:spcAft>
                <a:spcPts val="200"/>
              </a:spcAft>
              <a:buNone/>
            </a:pPr>
            <a:r>
              <a:rPr b="0" i="0" lang="vi-VN" sz="1400">
                <a:solidFill>
                  <a:srgbClr val="595959"/>
                </a:solidFill>
                <a:latin typeface="Consolas"/>
                <a:ea typeface="Consolas"/>
                <a:cs typeface="Consolas"/>
              </a:rPr>
              <a:t>// Gán giá trị mặc định cho storageDays và zone
const createPackage = (
  id,
  weight,
  days = 1,
  zone = 'Khu Chờ'
) =&gt; ({
  id,
  weight,
  fee: weight * 5000 + days * 2000,
  zone
});
const p1 = createPackage('PKG-99', 10);
// zone sẽ tự nhận 'Khu Chờ', days = 1</a:t>
            </a:r>
          </a:p>
          <a:p>
            <a:pPr indent="-250000" marL="350000" lvl="0" rtl="0" algn="l">
              <a:lnSpc>
                <a:spcPct val="150000"/>
              </a:lnSpc>
              <a:spcBef>
                <a:spcPts val="0"/>
              </a:spcBef>
              <a:spcAft>
                <a:spcPts val="150"/>
              </a:spcAft>
              <a:buClr>
                <a:srgbClr val="C00000"/>
              </a:buClr>
              <a:buSzPts val="1400"/>
              <a:buFont typeface="Arial"/>
              <a:buChar char="●"/>
            </a:pPr>
            <a:r>
              <a:rPr b="0" i="0" lang="vi-VN" sz="1500">
                <a:solidFill>
                  <a:srgbClr val="000000"/>
                </a:solidFill>
                <a:latin typeface="Arial"/>
                <a:ea typeface="Arial"/>
                <a:cs typeface="Arial"/>
              </a:rPr>
              <a:t>Tránh lỗi `undefined` khi truyền thiếu arguments.</a:t>
            </a:r>
          </a:p>
          <a:p>
            <a:pPr indent="-250000" marL="350000" lvl="0" rtl="0" algn="l">
              <a:lnSpc>
                <a:spcPct val="150000"/>
              </a:lnSpc>
              <a:spcBef>
                <a:spcPts val="0"/>
              </a:spcBef>
              <a:spcAft>
                <a:spcPts val="150"/>
              </a:spcAft>
              <a:buClr>
                <a:srgbClr val="C00000"/>
              </a:buClr>
              <a:buSzPts val="1400"/>
              <a:buFont typeface="Arial"/>
              <a:buChar char="●"/>
            </a:pPr>
            <a:r>
              <a:rPr b="0" i="0" lang="vi-VN" sz="1500">
                <a:solidFill>
                  <a:srgbClr val="000000"/>
                </a:solidFill>
                <a:latin typeface="Arial"/>
                <a:ea typeface="Arial"/>
                <a:cs typeface="Arial"/>
              </a:rPr>
              <a:t>Tự động áp dụng cấu hình lưu kho mặc định.</a:t>
            </a:r>
          </a:p>
          <a:p>
            <a:pPr indent="-250000" marL="350000" lvl="0" rtl="0" algn="l">
              <a:lnSpc>
                <a:spcPct val="150000"/>
              </a:lnSpc>
              <a:spcBef>
                <a:spcPts val="0"/>
              </a:spcBef>
              <a:spcAft>
                <a:spcPts val="150"/>
              </a:spcAft>
              <a:buClr>
                <a:srgbClr val="C00000"/>
              </a:buClr>
              <a:buSzPts val="1400"/>
              <a:buFont typeface="Arial"/>
              <a:buChar char="●"/>
            </a:pPr>
            <a:r>
              <a:rPr b="0" i="0" lang="vi-VN" sz="1500">
                <a:solidFill>
                  <a:srgbClr val="000000"/>
                </a:solidFill>
                <a:latin typeface="Arial"/>
                <a:ea typeface="Arial"/>
                <a:cs typeface="Arial"/>
              </a:rPr>
              <a:t>Code rõ ràng, không cần kiểm tra `if (!days)`.</a:t>
            </a:r>
          </a:p>
        </p:txBody>
      </p:sp>
      <p:sp>
        <p:nvSpPr>
          <p:cNvPr id="1040" name="CardBg_1040"/>
          <p:cNvSpPr/>
          <p:nvPr/>
        </p:nvSpPr>
        <p:spPr>
          <a:xfrm>
            <a:off x="6288200" y="2000000"/>
            <a:ext cx="5150000" cy="3900000"/>
          </a:xfrm>
          <a:prstGeom prst="roundRect">
            <a:avLst>
              <a:gd name="adj" fmla="val 4000"/>
            </a:avLst>
          </a:prstGeom>
          <a:solidFill>
            <a:srgbClr val="FFFFFF"/>
          </a:solidFill>
          <a:ln w="12700">
            <a:solidFill>
              <a:srgbClr val="D9D9D9"/>
            </a:solidFill>
          </a:ln>
        </p:spPr>
      </p:sp>
      <p:sp>
        <p:nvSpPr>
          <p:cNvPr id="1041" name="TextBox_1041"/>
          <p:cNvSpPr txBox="1"/>
          <p:nvPr/>
        </p:nvSpPr>
        <p:spPr>
          <a:xfrm>
            <a:off x="6488200" y="2180000"/>
            <a:ext cx="4750000" cy="3540000"/>
          </a:xfrm>
          <a:prstGeom prst="rect">
            <a:avLst/>
          </a:prstGeom>
          <a:noFill/>
          <a:ln>
            <a:noFill/>
          </a:ln>
        </p:spPr>
        <p:txBody>
          <a:bodyPr anchorCtr="0" anchor="t" bIns="45700" lIns="91425" spcFirstLastPara="1" rIns="91425" wrap="square" tIns="45700">
            <a:normAutofit/>
          </a:bodyPr>
          <a:lstStyle/>
          <a:p>
            <a:pPr indent="0" marL="0" lvl="0" rtl="0" algn="l">
              <a:lnSpc>
                <a:spcPct val="150000"/>
              </a:lnSpc>
              <a:spcBef>
                <a:spcPts val="0"/>
              </a:spcBef>
              <a:spcAft>
                <a:spcPts val="250"/>
              </a:spcAft>
              <a:buNone/>
            </a:pPr>
            <a:r>
              <a:rPr b="1" i="0" lang="vi-VN" sz="1800">
                <a:solidFill>
                  <a:srgbClr val="2E7D32"/>
                </a:solidFill>
                <a:latin typeface="Arial"/>
                <a:ea typeface="Arial"/>
                <a:cs typeface="Arial"/>
              </a:rPr>
              <a:t>Gộp tham số (Rest Parameters)</a:t>
            </a:r>
          </a:p>
          <a:p>
            <a:pPr indent="0" marL="0" lvl="0" rtl="0" algn="l">
              <a:lnSpc>
                <a:spcPct val="150000"/>
              </a:lnSpc>
              <a:spcBef>
                <a:spcPts val="0"/>
              </a:spcBef>
              <a:spcAft>
                <a:spcPts val="200"/>
              </a:spcAft>
              <a:buNone/>
            </a:pPr>
            <a:r>
              <a:rPr b="0" i="0" lang="vi-VN" sz="1400">
                <a:solidFill>
                  <a:srgbClr val="000000"/>
                </a:solidFill>
                <a:latin typeface="Consolas"/>
                <a:ea typeface="Consolas"/>
                <a:cs typeface="Consolas"/>
              </a:rPr>
              <a:t>// Gom tất cả trọng lượng các kiện vào 1 mảng
const totalWeight = (...weights) =&gt; {
  return weights.reduce(
    (sum, w) =&gt; sum + w,
    0
  );
};
const total = totalWeight(12, 5, 30, 8);
// total = 55kg</a:t>
            </a:r>
          </a:p>
          <a:p>
            <a:pPr indent="-250000" marL="350000" lvl="0" rtl="0" algn="l">
              <a:lnSpc>
                <a:spcPct val="150000"/>
              </a:lnSpc>
              <a:spcBef>
                <a:spcPts val="0"/>
              </a:spcBef>
              <a:spcAft>
                <a:spcPts val="150"/>
              </a:spcAft>
              <a:buClr>
                <a:srgbClr val="C00000"/>
              </a:buClr>
              <a:buSzPts val="1400"/>
              <a:buFont typeface="Arial"/>
              <a:buChar char="●"/>
            </a:pPr>
            <a:r>
              <a:rPr b="0" i="0" lang="vi-VN" sz="1500">
                <a:solidFill>
                  <a:srgbClr val="000000"/>
                </a:solidFill>
                <a:latin typeface="Arial"/>
                <a:ea typeface="Arial"/>
                <a:cs typeface="Arial"/>
              </a:rPr>
              <a:t>Dùng cú pháp `...` gom nhiều tham số thành mảng.</a:t>
            </a:r>
          </a:p>
          <a:p>
            <a:pPr indent="-250000" marL="350000" lvl="0" rtl="0" algn="l">
              <a:lnSpc>
                <a:spcPct val="150000"/>
              </a:lnSpc>
              <a:spcBef>
                <a:spcPts val="0"/>
              </a:spcBef>
              <a:spcAft>
                <a:spcPts val="150"/>
              </a:spcAft>
              <a:buClr>
                <a:srgbClr val="C00000"/>
              </a:buClr>
              <a:buSzPts val="1400"/>
              <a:buFont typeface="Arial"/>
              <a:buChar char="●"/>
            </a:pPr>
            <a:r>
              <a:rPr b="0" i="0" lang="vi-VN" sz="1500">
                <a:solidFill>
                  <a:srgbClr val="000000"/>
                </a:solidFill>
                <a:latin typeface="Arial"/>
                <a:ea typeface="Arial"/>
                <a:cs typeface="Arial"/>
              </a:rPr>
              <a:t>Thay thế hoàn toàn đối tượng `arguments` cũ.</a:t>
            </a:r>
          </a:p>
          <a:p>
            <a:pPr indent="-250000" marL="350000" lvl="0" rtl="0" algn="l">
              <a:lnSpc>
                <a:spcPct val="150000"/>
              </a:lnSpc>
              <a:spcBef>
                <a:spcPts val="0"/>
              </a:spcBef>
              <a:spcAft>
                <a:spcPts val="150"/>
              </a:spcAft>
              <a:buClr>
                <a:srgbClr val="C00000"/>
              </a:buClr>
              <a:buSzPts val="1400"/>
              <a:buFont typeface="Arial"/>
              <a:buChar char="●"/>
            </a:pPr>
            <a:r>
              <a:rPr b="0" i="0" lang="vi-VN" sz="1500">
                <a:solidFill>
                  <a:srgbClr val="000000"/>
                </a:solidFill>
                <a:latin typeface="Arial"/>
                <a:ea typeface="Arial"/>
                <a:cs typeface="Arial"/>
              </a:rPr>
              <a:t>Linh hoạt tiếp nhận số lượng kiện hàng bất kỳ.</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p="http://schemas.openxmlformats.org/presentationml/2006/main">
  <p:cSld>
    <p:spTree>
      <p:nvGrpSpPr>
        <p:cNvPr id="1" name="Root"/>
        <p:cNvGrpSpPr/>
        <p:nvPr/>
      </p:nvGrpSpPr>
      <p:grpSpPr>
        <a:xfrm>
          <a:off x="0" y="0"/>
          <a:ext cx="0" cy="0"/>
          <a:chOff x="0" y="0"/>
          <a:chExt cx="0" cy="0"/>
        </a:xfrm>
      </p:grpSpPr>
      <p:sp>
        <p:nvSpPr>
          <p:cNvPr id="1043" name="Title_1043"/>
          <p:cNvSpPr txBox="1"/>
          <p:nvPr>
            <p:ph type="title"/>
          </p:nvPr>
        </p:nvSpPr>
        <p:spPr>
          <a:xfrm>
            <a:off x="838200" y="509145"/>
            <a:ext cx="8463742" cy="945588"/>
          </a:xfrm>
          <a:prstGeom prst="rect">
            <a:avLst/>
          </a:prstGeom>
          <a:noFill/>
          <a:ln>
            <a:noFill/>
          </a:ln>
        </p:spPr>
        <p:txBody>
          <a:bodyPr anchorCtr="0" anchor="ctr" bIns="45700" lIns="0" spcFirstLastPara="1" rIns="91425" wrap="square" tIns="45700">
            <a:normAutofit/>
          </a:bodyPr>
          <a:lstStyle/>
          <a:p>
            <a:pPr indent="0" lvl="0" marL="0" rtl="0" algn="l">
              <a:lnSpc>
                <a:spcPct val="150000"/>
              </a:lnSpc>
              <a:spcBef>
                <a:spcPts val="0"/>
              </a:spcBef>
              <a:spcAft>
                <a:spcPts val="0"/>
              </a:spcAft>
              <a:buNone/>
            </a:pPr>
            <a:r>
              <a:rPr b="1" lang="vi-VN" sz="2800">
                <a:solidFill>
                  <a:srgbClr val="C00000"/>
                </a:solidFill>
                <a:latin typeface="Montserrat ExtraBold"/>
                <a:ea typeface="Montserrat ExtraBold"/>
                <a:cs typeface="Montserrat ExtraBold"/>
              </a:rPr>
              <a:t>So Sánh Các Cú Pháp Khai Báo Hàm</a:t>
            </a:r>
          </a:p>
        </p:txBody>
      </p:sp>
      <p:sp>
        <p:nvSpPr>
          <p:cNvPr id="1044" name="H2_Subtitle_1044"/>
          <p:cNvSpPr txBox="1"/>
          <p:nvPr/>
        </p:nvSpPr>
        <p:spPr>
          <a:xfrm>
            <a:off x="838200" y="1400000"/>
            <a:ext cx="10600000" cy="460000"/>
          </a:xfrm>
          <a:prstGeom prst="rect">
            <a:avLst/>
          </a:prstGeom>
          <a:noFill/>
          <a:ln>
            <a:noFill/>
          </a:ln>
        </p:spPr>
        <p:txBody>
          <a:bodyPr anchorCtr="0" anchor="t" bIns="45700" lIns="0" spcFirstLastPara="1" rIns="91425" wrap="square" tIns="45700">
            <a:normAutofit/>
          </a:bodyPr>
          <a:lstStyle/>
          <a:p>
            <a:pPr indent="0" lvl="0" marL="0" rtl="0" algn="l">
              <a:lnSpc>
                <a:spcPct val="150000"/>
              </a:lnSpc>
              <a:spcBef>
                <a:spcPts val="0"/>
              </a:spcBef>
              <a:spcAft>
                <a:spcPts val="0"/>
              </a:spcAft>
              <a:buNone/>
            </a:pPr>
            <a:r>
              <a:rPr b="1" lang="vi-VN" sz="2000">
                <a:solidFill>
                  <a:srgbClr val="000000"/>
                </a:solidFill>
                <a:latin typeface="Montserrat ExtraBold"/>
                <a:ea typeface="Montserrat ExtraBold"/>
                <a:cs typeface="Montserrat ExtraBold"/>
              </a:rPr>
              <a:t>Bảng tổng hợp đặc tính kỹ thuật quan trọng phục vụ chọn lựa thiết kế mã nguồn</a:t>
            </a:r>
          </a:p>
        </p:txBody>
      </p:sp>
      <p:graphicFrame>
        <p:nvGraphicFramePr>
          <p:cNvPr id="1045" name="Table_1045"/>
          <p:cNvGraphicFramePr>
            <a:graphicFrameLocks noGrp="1"/>
          </p:cNvGraphicFramePr>
          <p:nvPr/>
        </p:nvGraphicFramePr>
        <p:xfrm>
          <a:off x="838200" y="2000000"/>
          <a:ext cx="10600000" cy="3900000"/>
        </p:xfrm>
        <a:graphic>
          <a:graphicData uri="http://schemas.openxmlformats.org/drawingml/2006/table">
            <a:tbl>
              <a:tblPr firstRow="1" bandRow="1"/>
              <a:tblGrid>
                <a:gridCol w="3533333"/>
                <a:gridCol w="3533333"/>
                <a:gridCol w="3533333"/>
              </a:tblGrid>
              <a:tr h="450000">
                <a:tc>
                  <a:txBody>
                    <a:bodyPr anchor="ctr" lIns="91425" rIns="91425" tIns="45700" bIns="45700"/>
                    <a:lstStyle/>
                    <a:p>
                      <a:pPr algn="ctr">
                        <a:lnSpc>
                          <a:spcPct val="120000"/>
                        </a:lnSpc>
                        <a:buNone/>
                      </a:pPr>
                      <a:r>
                        <a:rPr b="1" lang="vi-VN" sz="1500">
                          <a:solidFill>
                            <a:srgbClr val="FFFFFF"/>
                          </a:solidFill>
                          <a:latin typeface="Montserrat ExtraBold"/>
                        </a:rPr>
                        <a:t>Tiêu chí</a:t>
                      </a:r>
                    </a:p>
                  </a:txBody>
                  <a:tcPr>
                    <a:solidFill>
                      <a:srgbClr val="C00000"/>
                    </a:solidFill>
                  </a:tcPr>
                </a:tc>
                <a:tc>
                  <a:txBody>
                    <a:bodyPr anchor="ctr" lIns="91425" rIns="91425" tIns="45700" bIns="45700"/>
                    <a:lstStyle/>
                    <a:p>
                      <a:pPr algn="ctr">
                        <a:lnSpc>
                          <a:spcPct val="120000"/>
                        </a:lnSpc>
                        <a:buNone/>
                      </a:pPr>
                      <a:r>
                        <a:rPr b="1" lang="vi-VN" sz="1500">
                          <a:solidFill>
                            <a:srgbClr val="FFFFFF"/>
                          </a:solidFill>
                          <a:latin typeface="Montserrat ExtraBold"/>
                        </a:rPr>
                        <a:t>Phương án A</a:t>
                      </a:r>
                    </a:p>
                  </a:txBody>
                  <a:tcPr>
                    <a:solidFill>
                      <a:srgbClr val="C00000"/>
                    </a:solidFill>
                  </a:tcPr>
                </a:tc>
                <a:tc>
                  <a:txBody>
                    <a:bodyPr anchor="ctr" lIns="91425" rIns="91425" tIns="45700" bIns="45700"/>
                    <a:lstStyle/>
                    <a:p>
                      <a:pPr algn="ctr">
                        <a:lnSpc>
                          <a:spcPct val="120000"/>
                        </a:lnSpc>
                        <a:buNone/>
                      </a:pPr>
                      <a:r>
                        <a:rPr b="1" lang="vi-VN" sz="1500">
                          <a:solidFill>
                            <a:srgbClr val="FFFFFF"/>
                          </a:solidFill>
                          <a:latin typeface="Montserrat ExtraBold"/>
                        </a:rPr>
                        <a:t>Phương án B</a:t>
                      </a:r>
                    </a:p>
                  </a:txBody>
                  <a:tcPr>
                    <a:solidFill>
                      <a:srgbClr val="C00000"/>
                    </a:solidFill>
                  </a:tcPr>
                </a:tc>
              </a:tr>
              <a:tr h="400000">
                <a:tc>
                  <a:txBody>
                    <a:bodyPr anchor="ctr" lIns="91425" rIns="91425" tIns="45700" bIns="45700"/>
                    <a:lstStyle/>
                    <a:p>
                      <a:pPr algn="l">
                        <a:lnSpc>
                          <a:spcPct val="120000"/>
                        </a:lnSpc>
                        <a:buNone/>
                      </a:pPr>
                      <a:r>
                        <a:rPr lang="vi-VN" sz="1400">
                          <a:solidFill>
                            <a:srgbClr val="000000"/>
                          </a:solidFill>
                          <a:latin typeface="Arial"/>
                        </a:rPr>
                        <a:t>Mục 1</a:t>
                      </a:r>
                    </a:p>
                  </a:txBody>
                  <a:tcPr>
                    <a:solidFill>
                      <a:srgbClr val="FFFFFF"/>
                    </a:solidFill>
                  </a:tcPr>
                </a:tc>
                <a:tc>
                  <a:txBody>
                    <a:bodyPr anchor="ctr" lIns="91425" rIns="91425" tIns="45700" bIns="45700"/>
                    <a:lstStyle/>
                    <a:p>
                      <a:pPr algn="l">
                        <a:lnSpc>
                          <a:spcPct val="120000"/>
                        </a:lnSpc>
                        <a:buNone/>
                      </a:pPr>
                      <a:r>
                        <a:rPr lang="vi-VN" sz="1400">
                          <a:solidFill>
                            <a:srgbClr val="000000"/>
                          </a:solidFill>
                          <a:latin typeface="Arial"/>
                        </a:rPr>
                        <a:t>Giá trị 1</a:t>
                      </a:r>
                    </a:p>
                  </a:txBody>
                  <a:tcPr>
                    <a:solidFill>
                      <a:srgbClr val="FFFFFF"/>
                    </a:solidFill>
                  </a:tcPr>
                </a:tc>
                <a:tc>
                  <a:txBody>
                    <a:bodyPr anchor="ctr" lIns="91425" rIns="91425" tIns="45700" bIns="45700"/>
                    <a:lstStyle/>
                    <a:p>
                      <a:pPr algn="l">
                        <a:lnSpc>
                          <a:spcPct val="120000"/>
                        </a:lnSpc>
                        <a:buNone/>
                      </a:pPr>
                      <a:r>
                        <a:rPr lang="vi-VN" sz="1400">
                          <a:solidFill>
                            <a:srgbClr val="000000"/>
                          </a:solidFill>
                          <a:latin typeface="Arial"/>
                        </a:rPr>
                        <a:t>Giá trị 2</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p="http://schemas.openxmlformats.org/presentationml/2006/main">
  <p:cSld>
    <p:spTree>
      <p:nvGrpSpPr>
        <p:cNvPr id="1" name="Root"/>
        <p:cNvGrpSpPr/>
        <p:nvPr/>
      </p:nvGrpSpPr>
      <p:grpSpPr>
        <a:xfrm>
          <a:off x="0" y="0"/>
          <a:ext cx="0" cy="0"/>
          <a:chOff x="0" y="0"/>
          <a:chExt cx="0" cy="0"/>
        </a:xfrm>
      </p:grpSpPr>
      <p:sp>
        <p:nvSpPr>
          <p:cNvPr id="1047" name="Title_1047"/>
          <p:cNvSpPr txBox="1"/>
          <p:nvPr>
            <p:ph type="title"/>
          </p:nvPr>
        </p:nvSpPr>
        <p:spPr>
          <a:xfrm>
            <a:off x="838200" y="509145"/>
            <a:ext cx="8463742" cy="945588"/>
          </a:xfrm>
          <a:prstGeom prst="rect">
            <a:avLst/>
          </a:prstGeom>
          <a:noFill/>
          <a:ln>
            <a:noFill/>
          </a:ln>
        </p:spPr>
        <p:txBody>
          <a:bodyPr anchorCtr="0" anchor="ctr" bIns="45700" lIns="0" spcFirstLastPara="1" rIns="91425" wrap="square" tIns="45700">
            <a:normAutofit/>
          </a:bodyPr>
          <a:lstStyle/>
          <a:p>
            <a:pPr indent="0" lvl="0" marL="0" rtl="0" algn="l">
              <a:lnSpc>
                <a:spcPct val="150000"/>
              </a:lnSpc>
              <a:spcBef>
                <a:spcPts val="0"/>
              </a:spcBef>
              <a:spcAft>
                <a:spcPts val="0"/>
              </a:spcAft>
              <a:buNone/>
            </a:pPr>
            <a:r>
              <a:rPr b="1" lang="vi-VN" sz="2800">
                <a:solidFill>
                  <a:srgbClr val="C00000"/>
                </a:solidFill>
                <a:latin typeface="Montserrat ExtraBold"/>
                <a:ea typeface="Montserrat ExtraBold"/>
                <a:cs typeface="Montserrat ExtraBold"/>
              </a:rPr>
              <a:t>3. Phạm vi Biến (Scope) — 1/2</a:t>
            </a:r>
          </a:p>
        </p:txBody>
      </p:sp>
      <p:sp>
        <p:nvSpPr>
          <p:cNvPr id="1048" name="H2_Subtitle_1048"/>
          <p:cNvSpPr txBox="1"/>
          <p:nvPr/>
        </p:nvSpPr>
        <p:spPr>
          <a:xfrm>
            <a:off x="838200" y="1400000"/>
            <a:ext cx="10600000" cy="460000"/>
          </a:xfrm>
          <a:prstGeom prst="rect">
            <a:avLst/>
          </a:prstGeom>
          <a:noFill/>
          <a:ln>
            <a:noFill/>
          </a:ln>
        </p:spPr>
        <p:txBody>
          <a:bodyPr anchorCtr="0" anchor="t" bIns="45700" lIns="0" spcFirstLastPara="1" rIns="91425" wrap="square" tIns="45700">
            <a:normAutofit/>
          </a:bodyPr>
          <a:lstStyle/>
          <a:p>
            <a:pPr indent="0" lvl="0" marL="0" rtl="0" algn="l">
              <a:lnSpc>
                <a:spcPct val="150000"/>
              </a:lnSpc>
              <a:spcBef>
                <a:spcPts val="0"/>
              </a:spcBef>
              <a:spcAft>
                <a:spcPts val="0"/>
              </a:spcAft>
              <a:buNone/>
            </a:pPr>
            <a:r>
              <a:rPr b="1" lang="vi-VN" sz="2000">
                <a:solidFill>
                  <a:srgbClr val="000000"/>
                </a:solidFill>
                <a:latin typeface="Montserrat ExtraBold"/>
                <a:ea typeface="Montserrat ExtraBold"/>
                <a:cs typeface="Montserrat ExtraBold"/>
              </a:rPr>
              <a:t>Phân biệt Global Scope và Block Scope để tránh rò rỉ dữ liệu kho</a:t>
            </a:r>
          </a:p>
        </p:txBody>
      </p:sp>
      <p:sp>
        <p:nvSpPr>
          <p:cNvPr id="1049" name="CardBg_1049"/>
          <p:cNvSpPr/>
          <p:nvPr/>
        </p:nvSpPr>
        <p:spPr>
          <a:xfrm>
            <a:off x="838200" y="2000000"/>
            <a:ext cx="5150000" cy="3900000"/>
          </a:xfrm>
          <a:prstGeom prst="roundRect">
            <a:avLst>
              <a:gd name="adj" fmla="val 4000"/>
            </a:avLst>
          </a:prstGeom>
          <a:solidFill>
            <a:srgbClr val="FFFFFF"/>
          </a:solidFill>
          <a:ln w="12700">
            <a:solidFill>
              <a:srgbClr val="D9D9D9"/>
            </a:solidFill>
          </a:ln>
        </p:spPr>
      </p:sp>
      <p:sp>
        <p:nvSpPr>
          <p:cNvPr id="1050" name="TextBox_1050"/>
          <p:cNvSpPr txBox="1"/>
          <p:nvPr/>
        </p:nvSpPr>
        <p:spPr>
          <a:xfrm>
            <a:off x="1038200" y="2180000"/>
            <a:ext cx="4750000" cy="3540000"/>
          </a:xfrm>
          <a:prstGeom prst="rect">
            <a:avLst/>
          </a:prstGeom>
          <a:noFill/>
          <a:ln>
            <a:noFill/>
          </a:ln>
        </p:spPr>
        <p:txBody>
          <a:bodyPr anchorCtr="0" anchor="t" bIns="45700" lIns="91425" spcFirstLastPara="1" rIns="91425" wrap="square" tIns="45700">
            <a:normAutofit/>
          </a:bodyPr>
          <a:lstStyle/>
          <a:p>
            <a:pPr indent="0" marL="0" lvl="0" rtl="0" algn="l">
              <a:lnSpc>
                <a:spcPct val="150000"/>
              </a:lnSpc>
              <a:spcBef>
                <a:spcPts val="0"/>
              </a:spcBef>
              <a:spcAft>
                <a:spcPts val="250"/>
              </a:spcAft>
              <a:buNone/>
            </a:pPr>
            <a:r>
              <a:rPr b="1" i="0" lang="vi-VN" sz="1800">
                <a:solidFill>
                  <a:srgbClr val="C00000"/>
                </a:solidFill>
                <a:latin typeface="Arial"/>
                <a:ea typeface="Arial"/>
                <a:cs typeface="Arial"/>
              </a:rPr>
              <a:t>Nguy cơ với Global Scope (var)</a:t>
            </a:r>
          </a:p>
          <a:p>
            <a:pPr indent="0" marL="0" lvl="0" rtl="0" algn="l">
              <a:lnSpc>
                <a:spcPct val="150000"/>
              </a:lnSpc>
              <a:spcBef>
                <a:spcPts val="0"/>
              </a:spcBef>
              <a:spcAft>
                <a:spcPts val="200"/>
              </a:spcAft>
              <a:buNone/>
            </a:pPr>
            <a:r>
              <a:rPr b="0" i="0" lang="vi-VN" sz="1400">
                <a:solidFill>
                  <a:srgbClr val="595959"/>
                </a:solidFill>
                <a:latin typeface="Consolas"/>
                <a:ea typeface="Consolas"/>
                <a:cs typeface="Consolas"/>
              </a:rPr>
              <a:t>var warehouseName = 'Kho Tổng Hanoi';
for (var i = 0; i &lt; 3; i++) {
  var warehouseName = 'Kho Chi Nhánh ' + i;
}
console.log(warehouseName);
// 'Kho Chi Nhánh 2' (Bị ghi đè dữ liệu!)</a:t>
            </a:r>
          </a:p>
          <a:p>
            <a:pPr indent="-250000" marL="350000" lvl="0" rtl="0" algn="l">
              <a:lnSpc>
                <a:spcPct val="150000"/>
              </a:lnSpc>
              <a:spcBef>
                <a:spcPts val="0"/>
              </a:spcBef>
              <a:spcAft>
                <a:spcPts val="150"/>
              </a:spcAft>
              <a:buClr>
                <a:srgbClr val="C00000"/>
              </a:buClr>
              <a:buSzPts val="1400"/>
              <a:buFont typeface="Arial"/>
              <a:buChar char="●"/>
            </a:pPr>
            <a:r>
              <a:rPr b="0" i="0" lang="vi-VN" sz="1500">
                <a:solidFill>
                  <a:srgbClr val="000000"/>
                </a:solidFill>
                <a:latin typeface="Arial"/>
                <a:ea typeface="Arial"/>
                <a:cs typeface="Arial"/>
              </a:rPr>
              <a:t>Biến khai báo bằng `var` bị rò rỉ ra ngoài khối lệnh `{}`.</a:t>
            </a:r>
          </a:p>
          <a:p>
            <a:pPr indent="-250000" marL="350000" lvl="0" rtl="0" algn="l">
              <a:lnSpc>
                <a:spcPct val="150000"/>
              </a:lnSpc>
              <a:spcBef>
                <a:spcPts val="0"/>
              </a:spcBef>
              <a:spcAft>
                <a:spcPts val="150"/>
              </a:spcAft>
              <a:buClr>
                <a:srgbClr val="C00000"/>
              </a:buClr>
              <a:buSzPts val="1400"/>
              <a:buFont typeface="Arial"/>
              <a:buChar char="●"/>
            </a:pPr>
            <a:r>
              <a:rPr b="0" i="0" lang="vi-VN" sz="1500">
                <a:solidFill>
                  <a:srgbClr val="000000"/>
                </a:solidFill>
                <a:latin typeface="Arial"/>
                <a:ea typeface="Arial"/>
                <a:cs typeface="Arial"/>
              </a:rPr>
              <a:t>Dễ gây ra sự cố ghi đè biến nguy hiểm.</a:t>
            </a:r>
          </a:p>
          <a:p>
            <a:pPr indent="-250000" marL="350000" lvl="0" rtl="0" algn="l">
              <a:lnSpc>
                <a:spcPct val="150000"/>
              </a:lnSpc>
              <a:spcBef>
                <a:spcPts val="0"/>
              </a:spcBef>
              <a:spcAft>
                <a:spcPts val="150"/>
              </a:spcAft>
              <a:buClr>
                <a:srgbClr val="C00000"/>
              </a:buClr>
              <a:buSzPts val="1400"/>
              <a:buFont typeface="Arial"/>
              <a:buChar char="●"/>
            </a:pPr>
            <a:r>
              <a:rPr b="0" i="0" lang="vi-VN" sz="1500">
                <a:solidFill>
                  <a:srgbClr val="000000"/>
                </a:solidFill>
                <a:latin typeface="Arial"/>
                <a:ea typeface="Arial"/>
                <a:cs typeface="Arial"/>
              </a:rPr>
              <a:t>Khó kiểm soát trạng thái dữ liệu ứng dụng.</a:t>
            </a:r>
          </a:p>
        </p:txBody>
      </p:sp>
      <p:sp>
        <p:nvSpPr>
          <p:cNvPr id="1051" name="CardBg_1051"/>
          <p:cNvSpPr/>
          <p:nvPr/>
        </p:nvSpPr>
        <p:spPr>
          <a:xfrm>
            <a:off x="6288200" y="2000000"/>
            <a:ext cx="5150000" cy="3900000"/>
          </a:xfrm>
          <a:prstGeom prst="roundRect">
            <a:avLst>
              <a:gd name="adj" fmla="val 4000"/>
            </a:avLst>
          </a:prstGeom>
          <a:solidFill>
            <a:srgbClr val="FFFFFF"/>
          </a:solidFill>
          <a:ln w="12700">
            <a:solidFill>
              <a:srgbClr val="D9D9D9"/>
            </a:solidFill>
          </a:ln>
        </p:spPr>
      </p:sp>
      <p:sp>
        <p:nvSpPr>
          <p:cNvPr id="1052" name="TextBox_1052"/>
          <p:cNvSpPr txBox="1"/>
          <p:nvPr/>
        </p:nvSpPr>
        <p:spPr>
          <a:xfrm>
            <a:off x="6488200" y="2180000"/>
            <a:ext cx="4750000" cy="3540000"/>
          </a:xfrm>
          <a:prstGeom prst="rect">
            <a:avLst/>
          </a:prstGeom>
          <a:noFill/>
          <a:ln>
            <a:noFill/>
          </a:ln>
        </p:spPr>
        <p:txBody>
          <a:bodyPr anchorCtr="0" anchor="t" bIns="45700" lIns="91425" spcFirstLastPara="1" rIns="91425" wrap="square" tIns="45700">
            <a:normAutofit/>
          </a:bodyPr>
          <a:lstStyle/>
          <a:p>
            <a:pPr indent="0" marL="0" lvl="0" rtl="0" algn="l">
              <a:lnSpc>
                <a:spcPct val="150000"/>
              </a:lnSpc>
              <a:spcBef>
                <a:spcPts val="0"/>
              </a:spcBef>
              <a:spcAft>
                <a:spcPts val="250"/>
              </a:spcAft>
              <a:buNone/>
            </a:pPr>
            <a:r>
              <a:rPr b="1" i="0" lang="vi-VN" sz="1800">
                <a:solidFill>
                  <a:srgbClr val="2E7D32"/>
                </a:solidFill>
                <a:latin typeface="Arial"/>
                <a:ea typeface="Arial"/>
                <a:cs typeface="Arial"/>
              </a:rPr>
              <a:t>An toàn với Block Scope (let/const)</a:t>
            </a:r>
          </a:p>
          <a:p>
            <a:pPr indent="0" marL="0" lvl="0" rtl="0" algn="l">
              <a:lnSpc>
                <a:spcPct val="150000"/>
              </a:lnSpc>
              <a:spcBef>
                <a:spcPts val="0"/>
              </a:spcBef>
              <a:spcAft>
                <a:spcPts val="200"/>
              </a:spcAft>
              <a:buNone/>
            </a:pPr>
            <a:r>
              <a:rPr b="0" i="0" lang="vi-VN" sz="1400">
                <a:solidFill>
                  <a:srgbClr val="000000"/>
                </a:solidFill>
                <a:latin typeface="Consolas"/>
                <a:ea typeface="Consolas"/>
                <a:cs typeface="Consolas"/>
              </a:rPr>
              <a:t>const warehouseName = 'Kho Tổng Hanoi';
for (let i = 0; i &lt; 3; i++) {
  const currentArea = 'Khu ' + i;
  console.log(currentArea); // Hợp lệ
}
// console.log(currentArea); // Error: Not defined!</a:t>
            </a:r>
          </a:p>
          <a:p>
            <a:pPr indent="-250000" marL="350000" lvl="0" rtl="0" algn="l">
              <a:lnSpc>
                <a:spcPct val="150000"/>
              </a:lnSpc>
              <a:spcBef>
                <a:spcPts val="0"/>
              </a:spcBef>
              <a:spcAft>
                <a:spcPts val="150"/>
              </a:spcAft>
              <a:buClr>
                <a:srgbClr val="C00000"/>
              </a:buClr>
              <a:buSzPts val="1400"/>
              <a:buFont typeface="Arial"/>
              <a:buChar char="●"/>
            </a:pPr>
            <a:r>
              <a:rPr b="0" i="0" lang="vi-VN" sz="1500">
                <a:solidFill>
                  <a:srgbClr val="000000"/>
                </a:solidFill>
                <a:latin typeface="Arial"/>
                <a:ea typeface="Arial"/>
                <a:cs typeface="Arial"/>
              </a:rPr>
              <a:t>Biến `let`/`const` chỉ tồn tại trong cặp ngoặc `{}`.</a:t>
            </a:r>
          </a:p>
          <a:p>
            <a:pPr indent="-250000" marL="350000" lvl="0" rtl="0" algn="l">
              <a:lnSpc>
                <a:spcPct val="150000"/>
              </a:lnSpc>
              <a:spcBef>
                <a:spcPts val="0"/>
              </a:spcBef>
              <a:spcAft>
                <a:spcPts val="150"/>
              </a:spcAft>
              <a:buClr>
                <a:srgbClr val="C00000"/>
              </a:buClr>
              <a:buSzPts val="1400"/>
              <a:buFont typeface="Arial"/>
              <a:buChar char="●"/>
            </a:pPr>
            <a:r>
              <a:rPr b="0" i="0" lang="vi-VN" sz="1500">
                <a:solidFill>
                  <a:srgbClr val="000000"/>
                </a:solidFill>
                <a:latin typeface="Arial"/>
                <a:ea typeface="Arial"/>
                <a:cs typeface="Arial"/>
              </a:rPr>
              <a:t>Bảo vệ dữ liệu không bị biến ngoài can thiệp.</a:t>
            </a:r>
          </a:p>
          <a:p>
            <a:pPr indent="-250000" marL="350000" lvl="0" rtl="0" algn="l">
              <a:lnSpc>
                <a:spcPct val="150000"/>
              </a:lnSpc>
              <a:spcBef>
                <a:spcPts val="0"/>
              </a:spcBef>
              <a:spcAft>
                <a:spcPts val="150"/>
              </a:spcAft>
              <a:buClr>
                <a:srgbClr val="C00000"/>
              </a:buClr>
              <a:buSzPts val="1400"/>
              <a:buFont typeface="Arial"/>
              <a:buChar char="●"/>
            </a:pPr>
            <a:r>
              <a:rPr b="0" i="0" lang="vi-VN" sz="1500">
                <a:solidFill>
                  <a:srgbClr val="000000"/>
                </a:solidFill>
                <a:latin typeface="Arial"/>
                <a:ea typeface="Arial"/>
                <a:cs typeface="Arial"/>
              </a:rPr>
              <a:t>Giúp bộ nhớ giải phóng biến ngay sau khi thoát block.</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p="http://schemas.openxmlformats.org/presentationml/2006/main">
  <p:cSld>
    <p:spTree>
      <p:nvGrpSpPr>
        <p:cNvPr id="1" name="Root"/>
        <p:cNvGrpSpPr/>
        <p:nvPr/>
      </p:nvGrpSpPr>
      <p:grpSpPr>
        <a:xfrm>
          <a:off x="0" y="0"/>
          <a:ext cx="0" cy="0"/>
          <a:chOff x="0" y="0"/>
          <a:chExt cx="0" cy="0"/>
        </a:xfrm>
      </p:grpSpPr>
      <p:sp>
        <p:nvSpPr>
          <p:cNvPr id="1054" name="Title_1054"/>
          <p:cNvSpPr txBox="1"/>
          <p:nvPr>
            <p:ph type="title"/>
          </p:nvPr>
        </p:nvSpPr>
        <p:spPr>
          <a:xfrm>
            <a:off x="838200" y="509145"/>
            <a:ext cx="8463742" cy="945588"/>
          </a:xfrm>
          <a:prstGeom prst="rect">
            <a:avLst/>
          </a:prstGeom>
          <a:noFill/>
          <a:ln>
            <a:noFill/>
          </a:ln>
        </p:spPr>
        <p:txBody>
          <a:bodyPr anchorCtr="0" anchor="ctr" bIns="45700" lIns="0" spcFirstLastPara="1" rIns="91425" wrap="square" tIns="45700">
            <a:normAutofit/>
          </a:bodyPr>
          <a:lstStyle/>
          <a:p>
            <a:pPr indent="0" lvl="0" marL="0" rtl="0" algn="l">
              <a:lnSpc>
                <a:spcPct val="150000"/>
              </a:lnSpc>
              <a:spcBef>
                <a:spcPts val="0"/>
              </a:spcBef>
              <a:spcAft>
                <a:spcPts val="0"/>
              </a:spcAft>
              <a:buNone/>
            </a:pPr>
            <a:r>
              <a:rPr b="1" lang="vi-VN" sz="2800">
                <a:solidFill>
                  <a:srgbClr val="C00000"/>
                </a:solidFill>
                <a:latin typeface="Montserrat ExtraBold"/>
                <a:ea typeface="Montserrat ExtraBold"/>
                <a:cs typeface="Montserrat ExtraBold"/>
              </a:rPr>
              <a:t>3. Cơ chế Closures — 2/2</a:t>
            </a:r>
          </a:p>
        </p:txBody>
      </p:sp>
      <p:sp>
        <p:nvSpPr>
          <p:cNvPr id="1055" name="H2_Subtitle_1055"/>
          <p:cNvSpPr txBox="1"/>
          <p:nvPr/>
        </p:nvSpPr>
        <p:spPr>
          <a:xfrm>
            <a:off x="838200" y="1400000"/>
            <a:ext cx="10600000" cy="460000"/>
          </a:xfrm>
          <a:prstGeom prst="rect">
            <a:avLst/>
          </a:prstGeom>
          <a:noFill/>
          <a:ln>
            <a:noFill/>
          </a:ln>
        </p:spPr>
        <p:txBody>
          <a:bodyPr anchorCtr="0" anchor="t" bIns="45700" lIns="0" spcFirstLastPara="1" rIns="91425" wrap="square" tIns="45700">
            <a:normAutofit/>
          </a:bodyPr>
          <a:lstStyle/>
          <a:p>
            <a:pPr indent="0" lvl="0" marL="0" rtl="0" algn="l">
              <a:lnSpc>
                <a:spcPct val="150000"/>
              </a:lnSpc>
              <a:spcBef>
                <a:spcPts val="0"/>
              </a:spcBef>
              <a:spcAft>
                <a:spcPts val="0"/>
              </a:spcAft>
              <a:buNone/>
            </a:pPr>
            <a:r>
              <a:rPr b="1" lang="vi-VN" sz="2000">
                <a:solidFill>
                  <a:srgbClr val="000000"/>
                </a:solidFill>
                <a:latin typeface="Montserrat ExtraBold"/>
                <a:ea typeface="Montserrat ExtraBold"/>
                <a:cs typeface="Montserrat ExtraBold"/>
              </a:rPr>
              <a:t>Đóng gói dữ liệu và tạo trình tự sinh mã kiện hàng tự động an toàn</a:t>
            </a:r>
          </a:p>
        </p:txBody>
      </p:sp>
      <p:sp>
        <p:nvSpPr>
          <p:cNvPr id="1056" name="CardBg_1056"/>
          <p:cNvSpPr/>
          <p:nvPr/>
        </p:nvSpPr>
        <p:spPr>
          <a:xfrm>
            <a:off x="838200" y="2000000"/>
            <a:ext cx="5200000" cy="3900000"/>
          </a:xfrm>
          <a:prstGeom prst="roundRect">
            <a:avLst>
              <a:gd name="adj" fmla="val 4000"/>
            </a:avLst>
          </a:prstGeom>
          <a:solidFill>
            <a:srgbClr val="282C34"/>
          </a:solidFill>
          <a:ln w="12700">
            <a:solidFill>
              <a:srgbClr val="D9D9D9"/>
            </a:solidFill>
          </a:ln>
        </p:spPr>
      </p:sp>
      <p:sp>
        <p:nvSpPr>
          <p:cNvPr id="1057" name="TextBox_1057"/>
          <p:cNvSpPr txBox="1"/>
          <p:nvPr/>
        </p:nvSpPr>
        <p:spPr>
          <a:xfrm>
            <a:off x="938200" y="2050000"/>
            <a:ext cx="5000000" cy="360000"/>
          </a:xfrm>
          <a:prstGeom prst="rect">
            <a:avLst/>
          </a:prstGeom>
          <a:noFill/>
          <a:ln>
            <a:noFill/>
          </a:ln>
        </p:spPr>
        <p:txBody>
          <a:bodyPr anchorCtr="0" anchor="t" bIns="45700" lIns="91425" spcFirstLastPara="1" rIns="91425" wrap="square" tIns="45700">
            <a:normAutofit/>
          </a:bodyPr>
          <a:lstStyle/>
          <a:p>
            <a:pPr indent="0" marL="0" lvl="0" rtl="0" algn="l">
              <a:lnSpc>
                <a:spcPct val="150000"/>
              </a:lnSpc>
              <a:spcBef>
                <a:spcPts val="0"/>
              </a:spcBef>
              <a:spcAft>
                <a:spcPts val="0"/>
              </a:spcAft>
              <a:buNone/>
            </a:pPr>
            <a:r>
              <a:rPr b="1" i="0" lang="vi-VN" sz="1400">
                <a:solidFill>
                  <a:srgbClr val="FFFFFF"/>
                </a:solidFill>
                <a:latin typeface="Arial"/>
                <a:ea typeface="Arial"/>
                <a:cs typeface="Arial"/>
              </a:rPr>
              <a:t>JS: Bộ tạo mã kiện hàng tự tăng (Package ID Tracker)</a:t>
            </a:r>
          </a:p>
        </p:txBody>
      </p:sp>
      <p:sp>
        <p:nvSpPr>
          <p:cNvPr id="1058" name="TextBox_1058"/>
          <p:cNvSpPr txBox="1"/>
          <p:nvPr/>
        </p:nvSpPr>
        <p:spPr>
          <a:xfrm>
            <a:off x="938200" y="2420000"/>
            <a:ext cx="5000000" cy="3440000"/>
          </a:xfrm>
          <a:prstGeom prst="rect">
            <a:avLst/>
          </a:prstGeom>
          <a:noFill/>
          <a:ln>
            <a:noFill/>
          </a:ln>
        </p:spPr>
        <p:txBody>
          <a:bodyPr anchorCtr="0" anchor="t" bIns="45700" lIns="91425" spcFirstLastPara="1" rIns="91425" wrap="square" tIns="45700">
            <a:normAutofit/>
          </a:bodyPr>
          <a:lstStyle/>
          <a:p>
            <a:pPr indent="0" marL="0" lvl="0" rtl="0" algn="l">
              <a:lnSpc>
                <a:spcPct val="150000"/>
              </a:lnSpc>
              <a:spcBef>
                <a:spcPts val="0"/>
              </a:spcBef>
              <a:spcAft>
                <a:spcPts val="80"/>
              </a:spcAft>
              <a:buNone/>
            </a:pPr>
            <a:r>
              <a:rPr b="1" i="0" lang="vi-VN" sz="1400">
                <a:solidFill>
                  <a:srgbClr val="C678DD"/>
                </a:solidFill>
                <a:latin typeface="Consolas"/>
                <a:ea typeface="Consolas"/>
                <a:cs typeface="Consolas"/>
              </a:rPr>
              <a:t>function</a:t>
            </a:r>
            <a:r>
              <a:rPr b="0" i="0" lang="vi-VN" sz="1400">
                <a:solidFill>
                  <a:srgbClr val="ABB2BF"/>
                </a:solidFill>
                <a:latin typeface="Consolas"/>
                <a:ea typeface="Consolas"/>
                <a:cs typeface="Consolas"/>
              </a:rPr>
              <a:t> </a:t>
            </a:r>
            <a:r>
              <a:rPr b="0" i="0" lang="vi-VN" sz="1400">
                <a:solidFill>
                  <a:srgbClr val="61AFEF"/>
                </a:solidFill>
                <a:latin typeface="Consolas"/>
                <a:ea typeface="Consolas"/>
                <a:cs typeface="Consolas"/>
              </a:rPr>
              <a:t>createPackageTracker</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prefix</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  </a:t>
            </a:r>
            <a:r>
              <a:rPr b="1" i="0" lang="vi-VN" sz="1400">
                <a:solidFill>
                  <a:srgbClr val="C678DD"/>
                </a:solidFill>
                <a:latin typeface="Consolas"/>
                <a:ea typeface="Consolas"/>
                <a:cs typeface="Consolas"/>
              </a:rPr>
              <a:t>let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count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D19A66"/>
                </a:solidFill>
                <a:latin typeface="Consolas"/>
                <a:ea typeface="Consolas"/>
                <a:cs typeface="Consolas"/>
              </a:rPr>
              <a:t>0</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Bi</a:t>
            </a:r>
            <a:r>
              <a:rPr b="0" i="0" lang="vi-VN" sz="1400">
                <a:solidFill>
                  <a:srgbClr val="ABB2BF"/>
                </a:solidFill>
                <a:latin typeface="Consolas"/>
                <a:ea typeface="Consolas"/>
                <a:cs typeface="Consolas"/>
              </a:rPr>
              <a:t>ế</a:t>
            </a:r>
            <a:r>
              <a:rPr b="0" i="0" lang="vi-VN" sz="1400">
                <a:solidFill>
                  <a:srgbClr val="ABB2BF"/>
                </a:solidFill>
                <a:latin typeface="Consolas"/>
                <a:ea typeface="Consolas"/>
                <a:cs typeface="Consolas"/>
              </a:rPr>
              <a:t>n</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t</a:t>
            </a:r>
            <a:r>
              <a:rPr b="0" i="0" lang="vi-VN" sz="1400">
                <a:solidFill>
                  <a:srgbClr val="ABB2BF"/>
                </a:solidFill>
                <a:latin typeface="Consolas"/>
                <a:ea typeface="Consolas"/>
                <a:cs typeface="Consolas"/>
              </a:rPr>
              <a:t>ư </a:t>
            </a:r>
            <a:r>
              <a:rPr b="0" i="0" lang="vi-VN" sz="1400">
                <a:solidFill>
                  <a:srgbClr val="ABB2BF"/>
                </a:solidFill>
                <a:latin typeface="Consolas"/>
                <a:ea typeface="Consolas"/>
                <a:cs typeface="Consolas"/>
              </a:rPr>
              <a:t>nh</a:t>
            </a:r>
            <a:r>
              <a:rPr b="0" i="0" lang="vi-VN" sz="1400">
                <a:solidFill>
                  <a:srgbClr val="ABB2BF"/>
                </a:solidFill>
                <a:latin typeface="Consolas"/>
                <a:ea typeface="Consolas"/>
                <a:cs typeface="Consolas"/>
              </a:rPr>
              <a:t>â</a:t>
            </a:r>
            <a:r>
              <a:rPr b="0" i="0" lang="vi-VN" sz="1400">
                <a:solidFill>
                  <a:srgbClr val="ABB2BF"/>
                </a:solidFill>
                <a:latin typeface="Consolas"/>
                <a:ea typeface="Consolas"/>
                <a:cs typeface="Consolas"/>
              </a:rPr>
              <a:t>n</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Private</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State</a:t>
            </a:r>
            <a:r>
              <a:rPr b="0" i="0" lang="vi-VN" sz="1400">
                <a:solidFill>
                  <a:srgbClr val="ABB2BF"/>
                </a:solidFill>
                <a:latin typeface="Consolas"/>
                <a:ea typeface="Consolas"/>
                <a:cs typeface="Consolas"/>
              </a:rPr>
              <a:t>)</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  </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  </a:t>
            </a:r>
            <a:r>
              <a:rPr b="1" i="0" lang="vi-VN" sz="1400">
                <a:solidFill>
                  <a:srgbClr val="C678DD"/>
                </a:solidFill>
                <a:latin typeface="Consolas"/>
                <a:ea typeface="Consolas"/>
                <a:cs typeface="Consolas"/>
              </a:rPr>
              <a:t>return</a:t>
            </a:r>
            <a:r>
              <a:rPr b="0" i="0" lang="vi-VN" sz="1400">
                <a:solidFill>
                  <a:srgbClr val="ABB2BF"/>
                </a:solidFill>
                <a:latin typeface="Consolas"/>
                <a:ea typeface="Consolas"/>
                <a:cs typeface="Consolas"/>
              </a:rPr>
              <a:t> </a:t>
            </a:r>
            <a:r>
              <a:rPr b="1" i="0" lang="vi-VN" sz="1400">
                <a:solidFill>
                  <a:srgbClr val="C678DD"/>
                </a:solidFill>
                <a:latin typeface="Consolas"/>
                <a:ea typeface="Consolas"/>
                <a:cs typeface="Consolas"/>
              </a:rPr>
              <a:t>function</a:t>
            </a:r>
            <a:r>
              <a:rPr b="0" i="0" lang="vi-VN" sz="1400">
                <a:solidFill>
                  <a:srgbClr val="ABB2BF"/>
                </a:solidFill>
                <a:latin typeface="Consolas"/>
                <a:ea typeface="Consolas"/>
                <a:cs typeface="Consolas"/>
              </a:rPr>
              <a:t> </a:t>
            </a:r>
            <a:r>
              <a:rPr b="0" i="0" lang="vi-VN" sz="1400">
                <a:solidFill>
                  <a:srgbClr val="61AFEF"/>
                </a:solidFill>
                <a:latin typeface="Consolas"/>
                <a:ea typeface="Consolas"/>
                <a:cs typeface="Consolas"/>
              </a:rPr>
              <a:t>generateId</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count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Closure</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ghi</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nh</a:t>
            </a:r>
            <a:r>
              <a:rPr b="0" i="0" lang="vi-VN" sz="1400">
                <a:solidFill>
                  <a:srgbClr val="ABB2BF"/>
                </a:solidFill>
                <a:latin typeface="Consolas"/>
                <a:ea typeface="Consolas"/>
                <a:cs typeface="Consolas"/>
              </a:rPr>
              <a:t>ớ </a:t>
            </a:r>
            <a:r>
              <a:rPr b="0" i="0" lang="vi-VN" sz="1400">
                <a:solidFill>
                  <a:srgbClr val="ABB2BF"/>
                </a:solidFill>
                <a:latin typeface="Consolas"/>
                <a:ea typeface="Consolas"/>
                <a:cs typeface="Consolas"/>
              </a:rPr>
              <a:t>v</a:t>
            </a:r>
            <a:r>
              <a:rPr b="0" i="0" lang="vi-VN" sz="1400">
                <a:solidFill>
                  <a:srgbClr val="ABB2BF"/>
                </a:solidFill>
                <a:latin typeface="Consolas"/>
                <a:ea typeface="Consolas"/>
                <a:cs typeface="Consolas"/>
              </a:rPr>
              <a:t>à </a:t>
            </a:r>
            <a:r>
              <a:rPr b="0" i="0" lang="vi-VN" sz="1400">
                <a:solidFill>
                  <a:srgbClr val="ABB2BF"/>
                </a:solidFill>
                <a:latin typeface="Consolas"/>
                <a:ea typeface="Consolas"/>
                <a:cs typeface="Consolas"/>
              </a:rPr>
              <a:t>t</a:t>
            </a:r>
            <a:r>
              <a:rPr b="0" i="0" lang="vi-VN" sz="1400">
                <a:solidFill>
                  <a:srgbClr val="ABB2BF"/>
                </a:solidFill>
                <a:latin typeface="Consolas"/>
                <a:ea typeface="Consolas"/>
                <a:cs typeface="Consolas"/>
              </a:rPr>
              <a:t>ă</a:t>
            </a:r>
            <a:r>
              <a:rPr b="0" i="0" lang="vi-VN" sz="1400">
                <a:solidFill>
                  <a:srgbClr val="ABB2BF"/>
                </a:solidFill>
                <a:latin typeface="Consolas"/>
                <a:ea typeface="Consolas"/>
                <a:cs typeface="Consolas"/>
              </a:rPr>
              <a:t>ng</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bi</a:t>
            </a:r>
            <a:r>
              <a:rPr b="0" i="0" lang="vi-VN" sz="1400">
                <a:solidFill>
                  <a:srgbClr val="ABB2BF"/>
                </a:solidFill>
                <a:latin typeface="Consolas"/>
                <a:ea typeface="Consolas"/>
                <a:cs typeface="Consolas"/>
              </a:rPr>
              <a:t>ế</a:t>
            </a:r>
            <a:r>
              <a:rPr b="0" i="0" lang="vi-VN" sz="1400">
                <a:solidFill>
                  <a:srgbClr val="ABB2BF"/>
                </a:solidFill>
                <a:latin typeface="Consolas"/>
                <a:ea typeface="Consolas"/>
                <a:cs typeface="Consolas"/>
              </a:rPr>
              <a:t>n</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count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c</a:t>
            </a:r>
            <a:r>
              <a:rPr b="0" i="0" lang="vi-VN" sz="1400">
                <a:solidFill>
                  <a:srgbClr val="ABB2BF"/>
                </a:solidFill>
                <a:latin typeface="Consolas"/>
                <a:ea typeface="Consolas"/>
                <a:cs typeface="Consolas"/>
              </a:rPr>
              <a:t>ủ</a:t>
            </a:r>
            <a:r>
              <a:rPr b="0" i="0" lang="vi-VN" sz="1400">
                <a:solidFill>
                  <a:srgbClr val="ABB2BF"/>
                </a:solidFill>
                <a:latin typeface="Consolas"/>
                <a:ea typeface="Consolas"/>
                <a:cs typeface="Consolas"/>
              </a:rPr>
              <a:t>a</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h</a:t>
            </a:r>
            <a:r>
              <a:rPr b="0" i="0" lang="vi-VN" sz="1400">
                <a:solidFill>
                  <a:srgbClr val="ABB2BF"/>
                </a:solidFill>
                <a:latin typeface="Consolas"/>
                <a:ea typeface="Consolas"/>
                <a:cs typeface="Consolas"/>
              </a:rPr>
              <a:t>à</a:t>
            </a:r>
            <a:r>
              <a:rPr b="0" i="0" lang="vi-VN" sz="1400">
                <a:solidFill>
                  <a:srgbClr val="ABB2BF"/>
                </a:solidFill>
                <a:latin typeface="Consolas"/>
                <a:ea typeface="Consolas"/>
                <a:cs typeface="Consolas"/>
              </a:rPr>
              <a:t>m</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cha</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    </a:t>
            </a:r>
            <a:r>
              <a:rPr b="1" i="0" lang="vi-VN" sz="1400">
                <a:solidFill>
                  <a:srgbClr val="C678DD"/>
                </a:solidFill>
                <a:latin typeface="Consolas"/>
                <a:ea typeface="Consolas"/>
                <a:cs typeface="Consolas"/>
              </a:rPr>
              <a:t>return</a:t>
            </a:r>
            <a:r>
              <a:rPr b="0" i="0" lang="vi-VN" sz="1400">
                <a:solidFill>
                  <a:srgbClr val="ABB2BF"/>
                </a:solidFill>
                <a:latin typeface="Consolas"/>
                <a:ea typeface="Consolas"/>
                <a:cs typeface="Consolas"/>
              </a:rPr>
              <a:t> </a:t>
            </a:r>
            <a:r>
              <a:rPr b="0" i="0" lang="vi-VN" sz="1400">
                <a:solidFill>
                  <a:srgbClr val="98C379"/>
                </a:solidFill>
                <a:latin typeface="Consolas"/>
                <a:ea typeface="Consolas"/>
                <a:cs typeface="Consolas"/>
              </a:rPr>
              <a:t>`${prefix}-${String(count).padStart(4, '0')}`</a:t>
            </a:r>
            <a:r>
              <a:rPr b="0" i="0" lang="vi-VN" sz="1400">
                <a:solidFill>
                  <a:srgbClr val="ABB2BF"/>
                </a:solidFill>
                <a:latin typeface="Consolas"/>
                <a:ea typeface="Consolas"/>
                <a:cs typeface="Consolas"/>
              </a:rPr>
              <a:t>;</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 </a:t>
            </a:r>
          </a:p>
          <a:p>
            <a:pPr indent="0" marL="0" lvl="0" rtl="0" algn="l">
              <a:lnSpc>
                <a:spcPct val="150000"/>
              </a:lnSpc>
              <a:spcBef>
                <a:spcPts val="0"/>
              </a:spcBef>
              <a:spcAft>
                <a:spcPts val="80"/>
              </a:spcAft>
              <a:buNone/>
            </a:pPr>
            <a:r>
              <a:rPr b="1" i="0" lang="vi-VN" sz="1400">
                <a:solidFill>
                  <a:srgbClr val="C678DD"/>
                </a:solidFill>
                <a:latin typeface="Consolas"/>
                <a:ea typeface="Consolas"/>
                <a:cs typeface="Consolas"/>
              </a:rPr>
              <a:t>const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generateZoneAId</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61AFEF"/>
                </a:solidFill>
                <a:latin typeface="Consolas"/>
                <a:ea typeface="Consolas"/>
                <a:cs typeface="Consolas"/>
              </a:rPr>
              <a:t>createPackageTracker</a:t>
            </a:r>
            <a:r>
              <a:rPr b="0" i="0" lang="vi-VN" sz="1400">
                <a:solidFill>
                  <a:srgbClr val="ABB2BF"/>
                </a:solidFill>
                <a:latin typeface="Consolas"/>
                <a:ea typeface="Consolas"/>
                <a:cs typeface="Consolas"/>
              </a:rPr>
              <a:t>(</a:t>
            </a:r>
            <a:r>
              <a:rPr b="0" i="0" lang="vi-VN" sz="1400">
                <a:solidFill>
                  <a:srgbClr val="98C379"/>
                </a:solidFill>
                <a:latin typeface="Consolas"/>
                <a:ea typeface="Consolas"/>
                <a:cs typeface="Consolas"/>
              </a:rPr>
              <a:t>'ZONE-A'</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console</a:t>
            </a:r>
            <a:r>
              <a:rPr b="0" i="0" lang="vi-VN" sz="1400">
                <a:solidFill>
                  <a:srgbClr val="ABB2BF"/>
                </a:solidFill>
                <a:latin typeface="Consolas"/>
                <a:ea typeface="Consolas"/>
                <a:cs typeface="Consolas"/>
              </a:rPr>
              <a:t>.</a:t>
            </a:r>
            <a:r>
              <a:rPr b="0" i="0" lang="vi-VN" sz="1400">
                <a:solidFill>
                  <a:srgbClr val="61AFEF"/>
                </a:solidFill>
                <a:latin typeface="Consolas"/>
                <a:ea typeface="Consolas"/>
                <a:cs typeface="Consolas"/>
              </a:rPr>
              <a:t>log</a:t>
            </a:r>
            <a:r>
              <a:rPr b="0" i="0" lang="vi-VN" sz="1400">
                <a:solidFill>
                  <a:srgbClr val="ABB2BF"/>
                </a:solidFill>
                <a:latin typeface="Consolas"/>
                <a:ea typeface="Consolas"/>
                <a:cs typeface="Consolas"/>
              </a:rPr>
              <a:t>(</a:t>
            </a:r>
            <a:r>
              <a:rPr b="0" i="0" lang="vi-VN" sz="1400">
                <a:solidFill>
                  <a:srgbClr val="61AFEF"/>
                </a:solidFill>
                <a:latin typeface="Consolas"/>
                <a:ea typeface="Consolas"/>
                <a:cs typeface="Consolas"/>
              </a:rPr>
              <a:t>generateZoneAId</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98C379"/>
                </a:solidFill>
                <a:latin typeface="Consolas"/>
                <a:ea typeface="Consolas"/>
                <a:cs typeface="Consolas"/>
              </a:rPr>
              <a:t>'ZONE-A-0001'</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console</a:t>
            </a:r>
            <a:r>
              <a:rPr b="0" i="0" lang="vi-VN" sz="1400">
                <a:solidFill>
                  <a:srgbClr val="ABB2BF"/>
                </a:solidFill>
                <a:latin typeface="Consolas"/>
                <a:ea typeface="Consolas"/>
                <a:cs typeface="Consolas"/>
              </a:rPr>
              <a:t>.</a:t>
            </a:r>
            <a:r>
              <a:rPr b="0" i="0" lang="vi-VN" sz="1400">
                <a:solidFill>
                  <a:srgbClr val="61AFEF"/>
                </a:solidFill>
                <a:latin typeface="Consolas"/>
                <a:ea typeface="Consolas"/>
                <a:cs typeface="Consolas"/>
              </a:rPr>
              <a:t>log</a:t>
            </a:r>
            <a:r>
              <a:rPr b="0" i="0" lang="vi-VN" sz="1400">
                <a:solidFill>
                  <a:srgbClr val="ABB2BF"/>
                </a:solidFill>
                <a:latin typeface="Consolas"/>
                <a:ea typeface="Consolas"/>
                <a:cs typeface="Consolas"/>
              </a:rPr>
              <a:t>(</a:t>
            </a:r>
            <a:r>
              <a:rPr b="0" i="0" lang="vi-VN" sz="1400">
                <a:solidFill>
                  <a:srgbClr val="61AFEF"/>
                </a:solidFill>
                <a:latin typeface="Consolas"/>
                <a:ea typeface="Consolas"/>
                <a:cs typeface="Consolas"/>
              </a:rPr>
              <a:t>generateZoneAId</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98C379"/>
                </a:solidFill>
                <a:latin typeface="Consolas"/>
                <a:ea typeface="Consolas"/>
                <a:cs typeface="Consolas"/>
              </a:rPr>
              <a:t>'ZONE-A-0002'</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 </a:t>
            </a:r>
          </a:p>
          <a:p>
            <a:pPr indent="0" marL="0" lvl="0" rtl="0" algn="l">
              <a:lnSpc>
                <a:spcPct val="150000"/>
              </a:lnSpc>
              <a:spcBef>
                <a:spcPts val="0"/>
              </a:spcBef>
              <a:spcAft>
                <a:spcPts val="80"/>
              </a:spcAft>
              <a:buNone/>
            </a:pPr>
            <a:r>
              <a:rPr b="1" i="0" lang="vi-VN" sz="1400">
                <a:solidFill>
                  <a:srgbClr val="C678DD"/>
                </a:solidFill>
                <a:latin typeface="Consolas"/>
                <a:ea typeface="Consolas"/>
                <a:cs typeface="Consolas"/>
              </a:rPr>
              <a:t>const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generateZoneBId</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61AFEF"/>
                </a:solidFill>
                <a:latin typeface="Consolas"/>
                <a:ea typeface="Consolas"/>
                <a:cs typeface="Consolas"/>
              </a:rPr>
              <a:t>createPackageTracker</a:t>
            </a:r>
            <a:r>
              <a:rPr b="0" i="0" lang="vi-VN" sz="1400">
                <a:solidFill>
                  <a:srgbClr val="ABB2BF"/>
                </a:solidFill>
                <a:latin typeface="Consolas"/>
                <a:ea typeface="Consolas"/>
                <a:cs typeface="Consolas"/>
              </a:rPr>
              <a:t>(</a:t>
            </a:r>
            <a:r>
              <a:rPr b="0" i="0" lang="vi-VN" sz="1400">
                <a:solidFill>
                  <a:srgbClr val="98C379"/>
                </a:solidFill>
                <a:latin typeface="Consolas"/>
                <a:ea typeface="Consolas"/>
                <a:cs typeface="Consolas"/>
              </a:rPr>
              <a:t>'ZONE-B'</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p>
          <a:p>
            <a:pPr indent="0" marL="0" lvl="0" rtl="0" algn="l">
              <a:lnSpc>
                <a:spcPct val="150000"/>
              </a:lnSpc>
              <a:spcBef>
                <a:spcPts val="0"/>
              </a:spcBef>
              <a:spcAft>
                <a:spcPts val="80"/>
              </a:spcAft>
              <a:buNone/>
            </a:pPr>
            <a:r>
              <a:rPr b="0" i="0" lang="vi-VN" sz="1400">
                <a:solidFill>
                  <a:srgbClr val="ABB2BF"/>
                </a:solidFill>
                <a:latin typeface="Consolas"/>
                <a:ea typeface="Consolas"/>
                <a:cs typeface="Consolas"/>
              </a:rPr>
              <a:t>console</a:t>
            </a:r>
            <a:r>
              <a:rPr b="0" i="0" lang="vi-VN" sz="1400">
                <a:solidFill>
                  <a:srgbClr val="ABB2BF"/>
                </a:solidFill>
                <a:latin typeface="Consolas"/>
                <a:ea typeface="Consolas"/>
                <a:cs typeface="Consolas"/>
              </a:rPr>
              <a:t>.</a:t>
            </a:r>
            <a:r>
              <a:rPr b="0" i="0" lang="vi-VN" sz="1400">
                <a:solidFill>
                  <a:srgbClr val="61AFEF"/>
                </a:solidFill>
                <a:latin typeface="Consolas"/>
                <a:ea typeface="Consolas"/>
                <a:cs typeface="Consolas"/>
              </a:rPr>
              <a:t>log</a:t>
            </a:r>
            <a:r>
              <a:rPr b="0" i="0" lang="vi-VN" sz="1400">
                <a:solidFill>
                  <a:srgbClr val="ABB2BF"/>
                </a:solidFill>
                <a:latin typeface="Consolas"/>
                <a:ea typeface="Consolas"/>
                <a:cs typeface="Consolas"/>
              </a:rPr>
              <a:t>(</a:t>
            </a:r>
            <a:r>
              <a:rPr b="0" i="0" lang="vi-VN" sz="1400">
                <a:solidFill>
                  <a:srgbClr val="61AFEF"/>
                </a:solidFill>
                <a:latin typeface="Consolas"/>
                <a:ea typeface="Consolas"/>
                <a:cs typeface="Consolas"/>
              </a:rPr>
              <a:t>generateZoneBId</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a:t>
            </a:r>
            <a:r>
              <a:rPr b="0" i="0" lang="vi-VN" sz="1400">
                <a:solidFill>
                  <a:srgbClr val="ABB2BF"/>
                </a:solidFill>
                <a:latin typeface="Consolas"/>
                <a:ea typeface="Consolas"/>
                <a:cs typeface="Consolas"/>
              </a:rPr>
              <a:t> </a:t>
            </a:r>
            <a:r>
              <a:rPr b="0" i="0" lang="vi-VN" sz="1400">
                <a:solidFill>
                  <a:srgbClr val="98C379"/>
                </a:solidFill>
                <a:latin typeface="Consolas"/>
                <a:ea typeface="Consolas"/>
                <a:cs typeface="Consolas"/>
              </a:rPr>
              <a:t>'ZONE-B-0001'</a:t>
            </a:r>
          </a:p>
        </p:txBody>
      </p:sp>
      <p:sp>
        <p:nvSpPr>
          <p:cNvPr id="1059" name="CardBg_1059"/>
          <p:cNvSpPr/>
          <p:nvPr/>
        </p:nvSpPr>
        <p:spPr>
          <a:xfrm>
            <a:off x="6238200" y="2000000"/>
            <a:ext cx="5200000" cy="3900000"/>
          </a:xfrm>
          <a:prstGeom prst="roundRect">
            <a:avLst>
              <a:gd name="adj" fmla="val 4000"/>
            </a:avLst>
          </a:prstGeom>
          <a:solidFill>
            <a:srgbClr val="FFFFFF"/>
          </a:solidFill>
          <a:ln w="12700">
            <a:solidFill>
              <a:srgbClr val="D9D9D9"/>
            </a:solidFill>
          </a:ln>
        </p:spPr>
      </p:sp>
      <p:sp>
        <p:nvSpPr>
          <p:cNvPr id="1060" name="TextBox_1060"/>
          <p:cNvSpPr txBox="1"/>
          <p:nvPr/>
        </p:nvSpPr>
        <p:spPr>
          <a:xfrm>
            <a:off x="6438200" y="2180000"/>
            <a:ext cx="4800000" cy="3500000"/>
          </a:xfrm>
          <a:prstGeom prst="rect">
            <a:avLst/>
          </a:prstGeom>
          <a:noFill/>
          <a:ln>
            <a:noFill/>
          </a:ln>
        </p:spPr>
        <p:txBody>
          <a:bodyPr anchorCtr="0" anchor="t" bIns="45700" lIns="91425" spcFirstLastPara="1" rIns="91425" wrap="square" tIns="45700">
            <a:normAutofit/>
          </a:bodyPr>
          <a:lstStyle/>
          <a:p>
            <a:pPr indent="0" marL="0" lvl="0" rtl="0" algn="l">
              <a:lnSpc>
                <a:spcPct val="150000"/>
              </a:lnSpc>
              <a:spcBef>
                <a:spcPts val="0"/>
              </a:spcBef>
              <a:spcAft>
                <a:spcPts val="250"/>
              </a:spcAft>
              <a:buNone/>
            </a:pPr>
            <a:r>
              <a:rPr b="1" i="0" lang="vi-VN" sz="1800">
                <a:solidFill>
                  <a:srgbClr val="C00000"/>
                </a:solidFill>
                <a:latin typeface="Arial"/>
                <a:ea typeface="Arial"/>
                <a:cs typeface="Arial"/>
              </a:rPr>
              <a:t>Bản chất Closure</a:t>
            </a:r>
          </a:p>
          <a:p>
            <a:pPr indent="-250000" marL="350000" lvl="0" rtl="0" algn="l">
              <a:lnSpc>
                <a:spcPct val="150000"/>
              </a:lnSpc>
              <a:spcBef>
                <a:spcPts val="0"/>
              </a:spcBef>
              <a:spcAft>
                <a:spcPts val="180"/>
              </a:spcAft>
              <a:buClr>
                <a:srgbClr val="C00000"/>
              </a:buClr>
              <a:buSzPts val="1400"/>
              <a:buFont typeface="Arial"/>
              <a:buChar char="●"/>
            </a:pPr>
            <a:r>
              <a:rPr b="0" i="0" lang="vi-VN" sz="1600">
                <a:solidFill>
                  <a:srgbClr val="000000"/>
                </a:solidFill>
                <a:latin typeface="Arial"/>
                <a:ea typeface="Arial"/>
                <a:cs typeface="Arial"/>
              </a:rPr>
              <a:t>Hàm con `generateId` ghi nhớ phạm vi chứa nó ngay cả khi `createPackageTracker` đã thực thi xong.</a:t>
            </a:r>
          </a:p>
          <a:p>
            <a:pPr indent="-250000" marL="350000" lvl="0" rtl="0" algn="l">
              <a:lnSpc>
                <a:spcPct val="150000"/>
              </a:lnSpc>
              <a:spcBef>
                <a:spcPts val="0"/>
              </a:spcBef>
              <a:spcAft>
                <a:spcPts val="180"/>
              </a:spcAft>
              <a:buClr>
                <a:srgbClr val="C00000"/>
              </a:buClr>
              <a:buSzPts val="1400"/>
              <a:buFont typeface="Arial"/>
              <a:buChar char="●"/>
            </a:pPr>
            <a:r>
              <a:rPr b="0" i="0" lang="vi-VN" sz="1600">
                <a:solidFill>
                  <a:srgbClr val="000000"/>
                </a:solidFill>
                <a:latin typeface="Arial"/>
                <a:ea typeface="Arial"/>
                <a:cs typeface="Arial"/>
              </a:rPr>
              <a:t>Biến `count` không thể bị truy cập trực tiếp hay sửa đổi từ bên ngoài (Private Data).</a:t>
            </a:r>
          </a:p>
          <a:p>
            <a:pPr indent="-250000" marL="350000" lvl="0" rtl="0" algn="l">
              <a:lnSpc>
                <a:spcPct val="150000"/>
              </a:lnSpc>
              <a:spcBef>
                <a:spcPts val="0"/>
              </a:spcBef>
              <a:spcAft>
                <a:spcPts val="180"/>
              </a:spcAft>
              <a:buClr>
                <a:srgbClr val="C00000"/>
              </a:buClr>
              <a:buSzPts val="1400"/>
              <a:buFont typeface="Arial"/>
              <a:buChar char="●"/>
            </a:pPr>
            <a:r>
              <a:rPr b="0" i="0" lang="vi-VN" sz="1600">
                <a:solidFill>
                  <a:srgbClr val="000000"/>
                </a:solidFill>
                <a:latin typeface="Arial"/>
                <a:ea typeface="Arial"/>
                <a:cs typeface="Arial"/>
              </a:rPr>
              <a:t>Mỗi instance (`ZoneA`, `ZoneB`) sở hữu một bộ nhớ trạng thái độc lập hoàn toàn.</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p="http://schemas.openxmlformats.org/presentationml/2006/main">
  <p:cSld>
    <p:spTree>
      <p:nvGrpSpPr>
        <p:cNvPr id="1" name="Root"/>
        <p:cNvGrpSpPr/>
        <p:nvPr/>
      </p:nvGrpSpPr>
      <p:grpSpPr>
        <a:xfrm>
          <a:off x="0" y="0"/>
          <a:ext cx="0" cy="0"/>
          <a:chOff x="0" y="0"/>
          <a:chExt cx="0" cy="0"/>
        </a:xfrm>
      </p:grpSpPr>
      <p:sp>
        <p:nvSpPr>
          <p:cNvPr id="1062" name="Title_1062"/>
          <p:cNvSpPr txBox="1"/>
          <p:nvPr>
            <p:ph type="title"/>
          </p:nvPr>
        </p:nvSpPr>
        <p:spPr>
          <a:xfrm>
            <a:off x="838200" y="509145"/>
            <a:ext cx="8463742" cy="945588"/>
          </a:xfrm>
          <a:prstGeom prst="rect">
            <a:avLst/>
          </a:prstGeom>
          <a:noFill/>
          <a:ln>
            <a:noFill/>
          </a:ln>
        </p:spPr>
        <p:txBody>
          <a:bodyPr anchorCtr="0" anchor="ctr" bIns="45700" lIns="0" spcFirstLastPara="1" rIns="91425" wrap="square" tIns="45700">
            <a:normAutofit/>
          </a:bodyPr>
          <a:lstStyle/>
          <a:p>
            <a:pPr indent="0" lvl="0" marL="0" rtl="0" algn="l">
              <a:lnSpc>
                <a:spcPct val="150000"/>
              </a:lnSpc>
              <a:spcBef>
                <a:spcPts val="0"/>
              </a:spcBef>
              <a:spcAft>
                <a:spcPts val="0"/>
              </a:spcAft>
              <a:buNone/>
            </a:pPr>
            <a:r>
              <a:rPr b="1" lang="vi-VN" sz="2800">
                <a:solidFill>
                  <a:srgbClr val="C00000"/>
                </a:solidFill>
                <a:latin typeface="Montserrat ExtraBold"/>
                <a:ea typeface="Montserrat ExtraBold"/>
                <a:cs typeface="Montserrat ExtraBold"/>
              </a:rPr>
              <a:t>Bảng Trace Luồng Thực Thi Scope &amp; Closures</a:t>
            </a:r>
          </a:p>
        </p:txBody>
      </p:sp>
      <p:sp>
        <p:nvSpPr>
          <p:cNvPr id="1063" name="H2_Subtitle_1063"/>
          <p:cNvSpPr txBox="1"/>
          <p:nvPr/>
        </p:nvSpPr>
        <p:spPr>
          <a:xfrm>
            <a:off x="838200" y="1400000"/>
            <a:ext cx="10600000" cy="460000"/>
          </a:xfrm>
          <a:prstGeom prst="rect">
            <a:avLst/>
          </a:prstGeom>
          <a:noFill/>
          <a:ln>
            <a:noFill/>
          </a:ln>
        </p:spPr>
        <p:txBody>
          <a:bodyPr anchorCtr="0" anchor="t" bIns="45700" lIns="0" spcFirstLastPara="1" rIns="91425" wrap="square" tIns="45700">
            <a:normAutofit/>
          </a:bodyPr>
          <a:lstStyle/>
          <a:p>
            <a:pPr indent="0" lvl="0" marL="0" rtl="0" algn="l">
              <a:lnSpc>
                <a:spcPct val="150000"/>
              </a:lnSpc>
              <a:spcBef>
                <a:spcPts val="0"/>
              </a:spcBef>
              <a:spcAft>
                <a:spcPts val="0"/>
              </a:spcAft>
              <a:buNone/>
            </a:pPr>
            <a:r>
              <a:rPr b="1" lang="vi-VN" sz="2000">
                <a:solidFill>
                  <a:srgbClr val="000000"/>
                </a:solidFill>
                <a:latin typeface="Montserrat ExtraBold"/>
                <a:ea typeface="Montserrat ExtraBold"/>
                <a:cs typeface="Montserrat ExtraBold"/>
              </a:rPr>
              <a:t>Từng bước phân tích trạng thái bộ nhớ khi gọi bộ tạo mã kiện hàng</a:t>
            </a:r>
          </a:p>
        </p:txBody>
      </p:sp>
      <p:graphicFrame>
        <p:nvGraphicFramePr>
          <p:cNvPr id="1064" name="Table_1064"/>
          <p:cNvGraphicFramePr>
            <a:graphicFrameLocks noGrp="1"/>
          </p:cNvGraphicFramePr>
          <p:nvPr/>
        </p:nvGraphicFramePr>
        <p:xfrm>
          <a:off x="838200" y="2000000"/>
          <a:ext cx="10600000" cy="3900000"/>
        </p:xfrm>
        <a:graphic>
          <a:graphicData uri="http://schemas.openxmlformats.org/drawingml/2006/table">
            <a:tbl>
              <a:tblPr firstRow="1" bandRow="1"/>
              <a:tblGrid>
                <a:gridCol w="3533333"/>
                <a:gridCol w="3533333"/>
                <a:gridCol w="3533333"/>
              </a:tblGrid>
              <a:tr h="450000">
                <a:tc>
                  <a:txBody>
                    <a:bodyPr anchor="ctr" lIns="91425" rIns="91425" tIns="45700" bIns="45700"/>
                    <a:lstStyle/>
                    <a:p>
                      <a:pPr algn="ctr">
                        <a:lnSpc>
                          <a:spcPct val="120000"/>
                        </a:lnSpc>
                        <a:buNone/>
                      </a:pPr>
                      <a:r>
                        <a:rPr b="1" lang="vi-VN" sz="1500">
                          <a:solidFill>
                            <a:srgbClr val="FFFFFF"/>
                          </a:solidFill>
                          <a:latin typeface="Montserrat ExtraBold"/>
                        </a:rPr>
                        <a:t>Tiêu chí</a:t>
                      </a:r>
                    </a:p>
                  </a:txBody>
                  <a:tcPr>
                    <a:solidFill>
                      <a:srgbClr val="C00000"/>
                    </a:solidFill>
                  </a:tcPr>
                </a:tc>
                <a:tc>
                  <a:txBody>
                    <a:bodyPr anchor="ctr" lIns="91425" rIns="91425" tIns="45700" bIns="45700"/>
                    <a:lstStyle/>
                    <a:p>
                      <a:pPr algn="ctr">
                        <a:lnSpc>
                          <a:spcPct val="120000"/>
                        </a:lnSpc>
                        <a:buNone/>
                      </a:pPr>
                      <a:r>
                        <a:rPr b="1" lang="vi-VN" sz="1500">
                          <a:solidFill>
                            <a:srgbClr val="FFFFFF"/>
                          </a:solidFill>
                          <a:latin typeface="Montserrat ExtraBold"/>
                        </a:rPr>
                        <a:t>Phương án A</a:t>
                      </a:r>
                    </a:p>
                  </a:txBody>
                  <a:tcPr>
                    <a:solidFill>
                      <a:srgbClr val="C00000"/>
                    </a:solidFill>
                  </a:tcPr>
                </a:tc>
                <a:tc>
                  <a:txBody>
                    <a:bodyPr anchor="ctr" lIns="91425" rIns="91425" tIns="45700" bIns="45700"/>
                    <a:lstStyle/>
                    <a:p>
                      <a:pPr algn="ctr">
                        <a:lnSpc>
                          <a:spcPct val="120000"/>
                        </a:lnSpc>
                        <a:buNone/>
                      </a:pPr>
                      <a:r>
                        <a:rPr b="1" lang="vi-VN" sz="1500">
                          <a:solidFill>
                            <a:srgbClr val="FFFFFF"/>
                          </a:solidFill>
                          <a:latin typeface="Montserrat ExtraBold"/>
                        </a:rPr>
                        <a:t>Phương án B</a:t>
                      </a:r>
                    </a:p>
                  </a:txBody>
                  <a:tcPr>
                    <a:solidFill>
                      <a:srgbClr val="C00000"/>
                    </a:solidFill>
                  </a:tcPr>
                </a:tc>
              </a:tr>
              <a:tr h="400000">
                <a:tc>
                  <a:txBody>
                    <a:bodyPr anchor="ctr" lIns="91425" rIns="91425" tIns="45700" bIns="45700"/>
                    <a:lstStyle/>
                    <a:p>
                      <a:pPr algn="l">
                        <a:lnSpc>
                          <a:spcPct val="120000"/>
                        </a:lnSpc>
                        <a:buNone/>
                      </a:pPr>
                      <a:r>
                        <a:rPr lang="vi-VN" sz="1400">
                          <a:solidFill>
                            <a:srgbClr val="000000"/>
                          </a:solidFill>
                          <a:latin typeface="Arial"/>
                        </a:rPr>
                        <a:t>Mục 1</a:t>
                      </a:r>
                    </a:p>
                  </a:txBody>
                  <a:tcPr>
                    <a:solidFill>
                      <a:srgbClr val="FFFFFF"/>
                    </a:solidFill>
                  </a:tcPr>
                </a:tc>
                <a:tc>
                  <a:txBody>
                    <a:bodyPr anchor="ctr" lIns="91425" rIns="91425" tIns="45700" bIns="45700"/>
                    <a:lstStyle/>
                    <a:p>
                      <a:pPr algn="l">
                        <a:lnSpc>
                          <a:spcPct val="120000"/>
                        </a:lnSpc>
                        <a:buNone/>
                      </a:pPr>
                      <a:r>
                        <a:rPr lang="vi-VN" sz="1400">
                          <a:solidFill>
                            <a:srgbClr val="000000"/>
                          </a:solidFill>
                          <a:latin typeface="Arial"/>
                        </a:rPr>
                        <a:t>Giá trị 1</a:t>
                      </a:r>
                    </a:p>
                  </a:txBody>
                  <a:tcPr>
                    <a:solidFill>
                      <a:srgbClr val="FFFFFF"/>
                    </a:solidFill>
                  </a:tcPr>
                </a:tc>
                <a:tc>
                  <a:txBody>
                    <a:bodyPr anchor="ctr" lIns="91425" rIns="91425" tIns="45700" bIns="45700"/>
                    <a:lstStyle/>
                    <a:p>
                      <a:pPr algn="l">
                        <a:lnSpc>
                          <a:spcPct val="120000"/>
                        </a:lnSpc>
                        <a:buNone/>
                      </a:pPr>
                      <a:r>
                        <a:rPr lang="vi-VN" sz="1400">
                          <a:solidFill>
                            <a:srgbClr val="000000"/>
                          </a:solidFill>
                          <a:latin typeface="Arial"/>
                        </a:rPr>
                        <a:t>Giá trị 2</a:t>
                      </a:r>
                    </a:p>
                  </a:txBody>
                  <a:tcPr>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p="http://schemas.openxmlformats.org/presentationml/2006/main">
  <p:cSld>
    <p:spTree>
      <p:nvGrpSpPr>
        <p:cNvPr id="1" name="Root"/>
        <p:cNvGrpSpPr/>
        <p:nvPr/>
      </p:nvGrpSpPr>
      <p:grpSpPr>
        <a:xfrm>
          <a:off x="0" y="0"/>
          <a:ext cx="0" cy="0"/>
          <a:chOff x="0" y="0"/>
          <a:chExt cx="0" cy="0"/>
        </a:xfrm>
      </p:grpSpPr>
      <p:sp>
        <p:nvSpPr>
          <p:cNvPr id="1066" name="Title_1066"/>
          <p:cNvSpPr txBox="1"/>
          <p:nvPr>
            <p:ph type="title"/>
          </p:nvPr>
        </p:nvSpPr>
        <p:spPr>
          <a:xfrm>
            <a:off x="838200" y="509145"/>
            <a:ext cx="8463742" cy="945588"/>
          </a:xfrm>
          <a:prstGeom prst="rect">
            <a:avLst/>
          </a:prstGeom>
          <a:noFill/>
          <a:ln>
            <a:noFill/>
          </a:ln>
        </p:spPr>
        <p:txBody>
          <a:bodyPr anchorCtr="0" anchor="ctr" bIns="45700" lIns="0" spcFirstLastPara="1" rIns="91425" wrap="square" tIns="45700">
            <a:normAutofit/>
          </a:bodyPr>
          <a:lstStyle/>
          <a:p>
            <a:pPr indent="0" lvl="0" marL="0" rtl="0" algn="l">
              <a:lnSpc>
                <a:spcPct val="150000"/>
              </a:lnSpc>
              <a:spcBef>
                <a:spcPts val="0"/>
              </a:spcBef>
              <a:spcAft>
                <a:spcPts val="0"/>
              </a:spcAft>
              <a:buNone/>
            </a:pPr>
            <a:r>
              <a:rPr b="1" lang="vi-VN" sz="2800">
                <a:solidFill>
                  <a:srgbClr val="C00000"/>
                </a:solidFill>
                <a:latin typeface="Montserrat ExtraBold"/>
                <a:ea typeface="Montserrat ExtraBold"/>
                <a:cs typeface="Montserrat ExtraBold"/>
              </a:rPr>
              <a:t>Thuật Ngữ Cần Nhớ</a:t>
            </a:r>
          </a:p>
        </p:txBody>
      </p:sp>
      <p:sp>
        <p:nvSpPr>
          <p:cNvPr id="1067" name="H2_Subtitle_1067"/>
          <p:cNvSpPr txBox="1"/>
          <p:nvPr/>
        </p:nvSpPr>
        <p:spPr>
          <a:xfrm>
            <a:off x="838200" y="1400000"/>
            <a:ext cx="10600000" cy="460000"/>
          </a:xfrm>
          <a:prstGeom prst="rect">
            <a:avLst/>
          </a:prstGeom>
          <a:noFill/>
          <a:ln>
            <a:noFill/>
          </a:ln>
        </p:spPr>
        <p:txBody>
          <a:bodyPr anchorCtr="0" anchor="t" bIns="45700" lIns="0" spcFirstLastPara="1" rIns="91425" wrap="square" tIns="45700">
            <a:normAutofit/>
          </a:bodyPr>
          <a:lstStyle/>
          <a:p>
            <a:pPr indent="0" lvl="0" marL="0" rtl="0" algn="l">
              <a:lnSpc>
                <a:spcPct val="150000"/>
              </a:lnSpc>
              <a:spcBef>
                <a:spcPts val="0"/>
              </a:spcBef>
              <a:spcAft>
                <a:spcPts val="0"/>
              </a:spcAft>
              <a:buNone/>
            </a:pPr>
            <a:r>
              <a:rPr b="1" lang="vi-VN" sz="2000">
                <a:solidFill>
                  <a:srgbClr val="000000"/>
                </a:solidFill>
                <a:latin typeface="Montserrat ExtraBold"/>
                <a:ea typeface="Montserrat ExtraBold"/>
                <a:cs typeface="Montserrat ExtraBold"/>
              </a:rPr>
              <a:t>4 khái niệm cốt lõi bắt buộc nắm vững để làm chủ Hàm và Scope</a:t>
            </a:r>
          </a:p>
        </p:txBody>
      </p:sp>
      <p:sp>
        <p:nvSpPr>
          <p:cNvPr id="1068" name="CardBg_1068"/>
          <p:cNvSpPr/>
          <p:nvPr/>
        </p:nvSpPr>
        <p:spPr>
          <a:xfrm>
            <a:off x="838200" y="2000000"/>
            <a:ext cx="5150000" cy="1850000"/>
          </a:xfrm>
          <a:prstGeom prst="roundRect">
            <a:avLst>
              <a:gd name="adj" fmla="val 4000"/>
            </a:avLst>
          </a:prstGeom>
          <a:solidFill>
            <a:srgbClr val="FFFFFF"/>
          </a:solidFill>
          <a:ln w="12700">
            <a:solidFill>
              <a:srgbClr val="D9D9D9"/>
            </a:solidFill>
          </a:ln>
        </p:spPr>
      </p:sp>
      <p:sp>
        <p:nvSpPr>
          <p:cNvPr id="1069" name="TextBox_1069"/>
          <p:cNvSpPr txBox="1"/>
          <p:nvPr/>
        </p:nvSpPr>
        <p:spPr>
          <a:xfrm>
            <a:off x="1018200" y="2140000"/>
            <a:ext cx="4790000" cy="1570000"/>
          </a:xfrm>
          <a:prstGeom prst="rect">
            <a:avLst/>
          </a:prstGeom>
          <a:noFill/>
          <a:ln>
            <a:noFill/>
          </a:ln>
        </p:spPr>
        <p:txBody>
          <a:bodyPr anchorCtr="0" anchor="t" bIns="45700" lIns="91425" spcFirstLastPara="1" rIns="91425" wrap="square" tIns="45700">
            <a:normAutofit/>
          </a:bodyPr>
          <a:lstStyle/>
          <a:p>
            <a:pPr indent="0" marL="0" lvl="0" rtl="0" algn="l">
              <a:lnSpc>
                <a:spcPct val="150000"/>
              </a:lnSpc>
              <a:spcBef>
                <a:spcPts val="0"/>
              </a:spcBef>
              <a:spcAft>
                <a:spcPts val="150"/>
              </a:spcAft>
              <a:buNone/>
            </a:pPr>
            <a:r>
              <a:rPr b="1" i="0" lang="vi-VN" sz="1700">
                <a:solidFill>
                  <a:srgbClr val="C00000"/>
                </a:solidFill>
                <a:latin typeface="Arial"/>
                <a:ea typeface="Arial"/>
                <a:cs typeface="Arial"/>
              </a:rPr>
              <a:t>1. Function Declaration</a:t>
            </a:r>
          </a:p>
          <a:p>
            <a:pPr indent="0" marL="0" lvl="0" rtl="0" algn="l">
              <a:lnSpc>
                <a:spcPct val="150000"/>
              </a:lnSpc>
              <a:spcBef>
                <a:spcPts val="0"/>
              </a:spcBef>
              <a:spcAft>
                <a:spcPts val="150"/>
              </a:spcAft>
              <a:buNone/>
            </a:pPr>
            <a:r>
              <a:rPr b="0" i="0" lang="vi-VN" sz="1500">
                <a:solidFill>
                  <a:srgbClr val="000000"/>
                </a:solidFill>
                <a:latin typeface="Arial"/>
                <a:ea typeface="Arial"/>
                <a:cs typeface="Arial"/>
              </a:rPr>
              <a:t>Khai báo hàm truyền thống với từ khóa function, được hoisting hoàn toàn lên đầu phạm vi.</a:t>
            </a:r>
          </a:p>
          <a:p>
            <a:pPr indent="0" marL="0" lvl="0" rtl="0" algn="l">
              <a:lnSpc>
                <a:spcPct val="150000"/>
              </a:lnSpc>
              <a:spcBef>
                <a:spcPts val="0"/>
              </a:spcBef>
              <a:spcAft>
                <a:spcPts val="0"/>
              </a:spcAft>
              <a:buNone/>
            </a:pPr>
            <a:r>
              <a:rPr b="1" i="0" lang="vi-VN" sz="1400">
                <a:solidFill>
                  <a:srgbClr val="595959"/>
                </a:solidFill>
                <a:latin typeface="Consolas"/>
                <a:ea typeface="Consolas"/>
                <a:cs typeface="Consolas"/>
              </a:rPr>
              <a:t>Ví dụ: function calcFee(w) { return w * 5000; }</a:t>
            </a:r>
          </a:p>
        </p:txBody>
      </p:sp>
      <p:sp>
        <p:nvSpPr>
          <p:cNvPr id="1070" name="CardBg_1070"/>
          <p:cNvSpPr/>
          <p:nvPr/>
        </p:nvSpPr>
        <p:spPr>
          <a:xfrm>
            <a:off x="6288200" y="2000000"/>
            <a:ext cx="5150000" cy="1850000"/>
          </a:xfrm>
          <a:prstGeom prst="roundRect">
            <a:avLst>
              <a:gd name="adj" fmla="val 4000"/>
            </a:avLst>
          </a:prstGeom>
          <a:solidFill>
            <a:srgbClr val="FFFFFF"/>
          </a:solidFill>
          <a:ln w="12700">
            <a:solidFill>
              <a:srgbClr val="D9D9D9"/>
            </a:solidFill>
          </a:ln>
        </p:spPr>
      </p:sp>
      <p:sp>
        <p:nvSpPr>
          <p:cNvPr id="1071" name="TextBox_1071"/>
          <p:cNvSpPr txBox="1"/>
          <p:nvPr/>
        </p:nvSpPr>
        <p:spPr>
          <a:xfrm>
            <a:off x="6468200" y="2140000"/>
            <a:ext cx="4790000" cy="1570000"/>
          </a:xfrm>
          <a:prstGeom prst="rect">
            <a:avLst/>
          </a:prstGeom>
          <a:noFill/>
          <a:ln>
            <a:noFill/>
          </a:ln>
        </p:spPr>
        <p:txBody>
          <a:bodyPr anchorCtr="0" anchor="t" bIns="45700" lIns="91425" spcFirstLastPara="1" rIns="91425" wrap="square" tIns="45700">
            <a:normAutofit/>
          </a:bodyPr>
          <a:lstStyle/>
          <a:p>
            <a:pPr indent="0" marL="0" lvl="0" rtl="0" algn="l">
              <a:lnSpc>
                <a:spcPct val="150000"/>
              </a:lnSpc>
              <a:spcBef>
                <a:spcPts val="0"/>
              </a:spcBef>
              <a:spcAft>
                <a:spcPts val="150"/>
              </a:spcAft>
              <a:buNone/>
            </a:pPr>
            <a:r>
              <a:rPr b="1" i="0" lang="vi-VN" sz="1700">
                <a:solidFill>
                  <a:srgbClr val="C00000"/>
                </a:solidFill>
                <a:latin typeface="Arial"/>
                <a:ea typeface="Arial"/>
                <a:cs typeface="Arial"/>
              </a:rPr>
              <a:t>2. Arrow Function</a:t>
            </a:r>
          </a:p>
          <a:p>
            <a:pPr indent="0" marL="0" lvl="0" rtl="0" algn="l">
              <a:lnSpc>
                <a:spcPct val="150000"/>
              </a:lnSpc>
              <a:spcBef>
                <a:spcPts val="0"/>
              </a:spcBef>
              <a:spcAft>
                <a:spcPts val="150"/>
              </a:spcAft>
              <a:buNone/>
            </a:pPr>
            <a:r>
              <a:rPr b="0" i="0" lang="vi-VN" sz="1500">
                <a:solidFill>
                  <a:srgbClr val="000000"/>
                </a:solidFill>
                <a:latin typeface="Arial"/>
                <a:ea typeface="Arial"/>
                <a:cs typeface="Arial"/>
              </a:rPr>
              <a:t>Cú pháp hàm mũi tên rút gọn ES6, không có binding riêng cho từ khóa this và arguments.</a:t>
            </a:r>
          </a:p>
          <a:p>
            <a:pPr indent="0" marL="0" lvl="0" rtl="0" algn="l">
              <a:lnSpc>
                <a:spcPct val="150000"/>
              </a:lnSpc>
              <a:spcBef>
                <a:spcPts val="0"/>
              </a:spcBef>
              <a:spcAft>
                <a:spcPts val="0"/>
              </a:spcAft>
              <a:buNone/>
            </a:pPr>
            <a:r>
              <a:rPr b="1" i="0" lang="vi-VN" sz="1400">
                <a:solidFill>
                  <a:srgbClr val="595959"/>
                </a:solidFill>
                <a:latin typeface="Consolas"/>
                <a:ea typeface="Consolas"/>
                <a:cs typeface="Consolas"/>
              </a:rPr>
              <a:t>Ví dụ: const calcFee = w =&gt; w * 5000;</a:t>
            </a:r>
          </a:p>
        </p:txBody>
      </p:sp>
      <p:sp>
        <p:nvSpPr>
          <p:cNvPr id="1072" name="CardBg_1072"/>
          <p:cNvSpPr/>
          <p:nvPr/>
        </p:nvSpPr>
        <p:spPr>
          <a:xfrm>
            <a:off x="838200" y="4000000"/>
            <a:ext cx="5150000" cy="1850000"/>
          </a:xfrm>
          <a:prstGeom prst="roundRect">
            <a:avLst>
              <a:gd name="adj" fmla="val 4000"/>
            </a:avLst>
          </a:prstGeom>
          <a:solidFill>
            <a:srgbClr val="FFFFFF"/>
          </a:solidFill>
          <a:ln w="12700">
            <a:solidFill>
              <a:srgbClr val="D9D9D9"/>
            </a:solidFill>
          </a:ln>
        </p:spPr>
      </p:sp>
      <p:sp>
        <p:nvSpPr>
          <p:cNvPr id="1073" name="TextBox_1073"/>
          <p:cNvSpPr txBox="1"/>
          <p:nvPr/>
        </p:nvSpPr>
        <p:spPr>
          <a:xfrm>
            <a:off x="1018200" y="4140000"/>
            <a:ext cx="4790000" cy="1570000"/>
          </a:xfrm>
          <a:prstGeom prst="rect">
            <a:avLst/>
          </a:prstGeom>
          <a:noFill/>
          <a:ln>
            <a:noFill/>
          </a:ln>
        </p:spPr>
        <p:txBody>
          <a:bodyPr anchorCtr="0" anchor="t" bIns="45700" lIns="91425" spcFirstLastPara="1" rIns="91425" wrap="square" tIns="45700">
            <a:normAutofit/>
          </a:bodyPr>
          <a:lstStyle/>
          <a:p>
            <a:pPr indent="0" marL="0" lvl="0" rtl="0" algn="l">
              <a:lnSpc>
                <a:spcPct val="150000"/>
              </a:lnSpc>
              <a:spcBef>
                <a:spcPts val="0"/>
              </a:spcBef>
              <a:spcAft>
                <a:spcPts val="150"/>
              </a:spcAft>
              <a:buNone/>
            </a:pPr>
            <a:r>
              <a:rPr b="1" i="0" lang="vi-VN" sz="1700">
                <a:solidFill>
                  <a:srgbClr val="C00000"/>
                </a:solidFill>
                <a:latin typeface="Arial"/>
                <a:ea typeface="Arial"/>
                <a:cs typeface="Arial"/>
              </a:rPr>
              <a:t>3. Block Scope</a:t>
            </a:r>
          </a:p>
          <a:p>
            <a:pPr indent="0" marL="0" lvl="0" rtl="0" algn="l">
              <a:lnSpc>
                <a:spcPct val="150000"/>
              </a:lnSpc>
              <a:spcBef>
                <a:spcPts val="0"/>
              </a:spcBef>
              <a:spcAft>
                <a:spcPts val="150"/>
              </a:spcAft>
              <a:buNone/>
            </a:pPr>
            <a:r>
              <a:rPr b="0" i="0" lang="vi-VN" sz="1500">
                <a:solidFill>
                  <a:srgbClr val="000000"/>
                </a:solidFill>
                <a:latin typeface="Arial"/>
                <a:ea typeface="Arial"/>
                <a:cs typeface="Arial"/>
              </a:rPr>
              <a:t>Phạm vi giới hạn bên trong cặp ngoặc nhọn {} khi khai báo bằng let hoặc const.</a:t>
            </a:r>
          </a:p>
          <a:p>
            <a:pPr indent="0" marL="0" lvl="0" rtl="0" algn="l">
              <a:lnSpc>
                <a:spcPct val="150000"/>
              </a:lnSpc>
              <a:spcBef>
                <a:spcPts val="0"/>
              </a:spcBef>
              <a:spcAft>
                <a:spcPts val="0"/>
              </a:spcAft>
              <a:buNone/>
            </a:pPr>
            <a:r>
              <a:rPr b="1" i="0" lang="vi-VN" sz="1400">
                <a:solidFill>
                  <a:srgbClr val="595959"/>
                </a:solidFill>
                <a:latin typeface="Consolas"/>
                <a:ea typeface="Consolas"/>
                <a:cs typeface="Consolas"/>
              </a:rPr>
              <a:t>Ví dụ: { const zone = 'A1'; }</a:t>
            </a:r>
          </a:p>
        </p:txBody>
      </p:sp>
      <p:sp>
        <p:nvSpPr>
          <p:cNvPr id="1074" name="CardBg_1074"/>
          <p:cNvSpPr/>
          <p:nvPr/>
        </p:nvSpPr>
        <p:spPr>
          <a:xfrm>
            <a:off x="6288200" y="4000000"/>
            <a:ext cx="5150000" cy="1850000"/>
          </a:xfrm>
          <a:prstGeom prst="roundRect">
            <a:avLst>
              <a:gd name="adj" fmla="val 4000"/>
            </a:avLst>
          </a:prstGeom>
          <a:solidFill>
            <a:srgbClr val="FFFFFF"/>
          </a:solidFill>
          <a:ln w="12700">
            <a:solidFill>
              <a:srgbClr val="D9D9D9"/>
            </a:solidFill>
          </a:ln>
        </p:spPr>
      </p:sp>
      <p:sp>
        <p:nvSpPr>
          <p:cNvPr id="1075" name="TextBox_1075"/>
          <p:cNvSpPr txBox="1"/>
          <p:nvPr/>
        </p:nvSpPr>
        <p:spPr>
          <a:xfrm>
            <a:off x="6468200" y="4140000"/>
            <a:ext cx="4790000" cy="1570000"/>
          </a:xfrm>
          <a:prstGeom prst="rect">
            <a:avLst/>
          </a:prstGeom>
          <a:noFill/>
          <a:ln>
            <a:noFill/>
          </a:ln>
        </p:spPr>
        <p:txBody>
          <a:bodyPr anchorCtr="0" anchor="t" bIns="45700" lIns="91425" spcFirstLastPara="1" rIns="91425" wrap="square" tIns="45700">
            <a:normAutofit/>
          </a:bodyPr>
          <a:lstStyle/>
          <a:p>
            <a:pPr indent="0" marL="0" lvl="0" rtl="0" algn="l">
              <a:lnSpc>
                <a:spcPct val="150000"/>
              </a:lnSpc>
              <a:spcBef>
                <a:spcPts val="0"/>
              </a:spcBef>
              <a:spcAft>
                <a:spcPts val="150"/>
              </a:spcAft>
              <a:buNone/>
            </a:pPr>
            <a:r>
              <a:rPr b="1" i="0" lang="vi-VN" sz="1700">
                <a:solidFill>
                  <a:srgbClr val="C00000"/>
                </a:solidFill>
                <a:latin typeface="Arial"/>
                <a:ea typeface="Arial"/>
                <a:cs typeface="Arial"/>
              </a:rPr>
              <a:t>4. Closures</a:t>
            </a:r>
          </a:p>
          <a:p>
            <a:pPr indent="0" marL="0" lvl="0" rtl="0" algn="l">
              <a:lnSpc>
                <a:spcPct val="150000"/>
              </a:lnSpc>
              <a:spcBef>
                <a:spcPts val="0"/>
              </a:spcBef>
              <a:spcAft>
                <a:spcPts val="150"/>
              </a:spcAft>
              <a:buNone/>
            </a:pPr>
            <a:r>
              <a:rPr b="0" i="0" lang="vi-VN" sz="1500">
                <a:solidFill>
                  <a:srgbClr val="000000"/>
                </a:solidFill>
                <a:latin typeface="Arial"/>
                <a:ea typeface="Arial"/>
                <a:cs typeface="Arial"/>
              </a:rPr>
              <a:t>Hàm con ghi nhớ và duy trì truy cập vào các biến thuộc phạm vi của hàm cha outer chứa nó.</a:t>
            </a:r>
          </a:p>
          <a:p>
            <a:pPr indent="0" marL="0" lvl="0" rtl="0" algn="l">
              <a:lnSpc>
                <a:spcPct val="150000"/>
              </a:lnSpc>
              <a:spcBef>
                <a:spcPts val="0"/>
              </a:spcBef>
              <a:spcAft>
                <a:spcPts val="0"/>
              </a:spcAft>
              <a:buNone/>
            </a:pPr>
            <a:r>
              <a:rPr b="1" i="0" lang="vi-VN" sz="1400">
                <a:solidFill>
                  <a:srgbClr val="595959"/>
                </a:solidFill>
                <a:latin typeface="Consolas"/>
                <a:ea typeface="Consolas"/>
                <a:cs typeface="Consolas"/>
              </a:rPr>
              <a:t>Ví dụ: const tracker = createPackageTracker();</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p="http://schemas.openxmlformats.org/presentationml/2006/main">
  <p:cSld>
    <p:spTree>
      <p:nvGrpSpPr>
        <p:cNvPr id="1" name="Root"/>
        <p:cNvGrpSpPr/>
        <p:nvPr/>
      </p:nvGrpSpPr>
      <p:grpSpPr>
        <a:xfrm>
          <a:off x="0" y="0"/>
          <a:ext cx="0" cy="0"/>
          <a:chOff x="0" y="0"/>
          <a:chExt cx="0" cy="0"/>
        </a:xfrm>
      </p:grpSpPr>
      <p:sp>
        <p:nvSpPr>
          <p:cNvPr id="1077" name="Title_1077"/>
          <p:cNvSpPr txBox="1"/>
          <p:nvPr>
            <p:ph type="title"/>
          </p:nvPr>
        </p:nvSpPr>
        <p:spPr>
          <a:xfrm>
            <a:off x="838200" y="509145"/>
            <a:ext cx="8463742" cy="945588"/>
          </a:xfrm>
          <a:prstGeom prst="rect">
            <a:avLst/>
          </a:prstGeom>
          <a:noFill/>
          <a:ln>
            <a:noFill/>
          </a:ln>
        </p:spPr>
        <p:txBody>
          <a:bodyPr anchorCtr="0" anchor="ctr" bIns="45700" lIns="0" spcFirstLastPara="1" rIns="91425" wrap="square" tIns="45700">
            <a:normAutofit/>
          </a:bodyPr>
          <a:lstStyle/>
          <a:p>
            <a:pPr indent="0" lvl="0" marL="0" rtl="0" algn="l">
              <a:lnSpc>
                <a:spcPct val="150000"/>
              </a:lnSpc>
              <a:spcBef>
                <a:spcPts val="0"/>
              </a:spcBef>
              <a:spcAft>
                <a:spcPts val="0"/>
              </a:spcAft>
              <a:buNone/>
            </a:pPr>
            <a:r>
              <a:rPr b="1" lang="vi-VN" sz="2800">
                <a:solidFill>
                  <a:srgbClr val="C00000"/>
                </a:solidFill>
                <a:latin typeface="Montserrat ExtraBold"/>
                <a:ea typeface="Montserrat ExtraBold"/>
                <a:cs typeface="Montserrat ExtraBold"/>
              </a:rPr>
              <a:t>Tổng Kết &amp; Cảnh Báo Lỗi Thường Gặp</a:t>
            </a:r>
          </a:p>
        </p:txBody>
      </p:sp>
      <p:sp>
        <p:nvSpPr>
          <p:cNvPr id="1078" name="H2_Subtitle_1078"/>
          <p:cNvSpPr txBox="1"/>
          <p:nvPr/>
        </p:nvSpPr>
        <p:spPr>
          <a:xfrm>
            <a:off x="838200" y="1400000"/>
            <a:ext cx="10600000" cy="460000"/>
          </a:xfrm>
          <a:prstGeom prst="rect">
            <a:avLst/>
          </a:prstGeom>
          <a:noFill/>
          <a:ln>
            <a:noFill/>
          </a:ln>
        </p:spPr>
        <p:txBody>
          <a:bodyPr anchorCtr="0" anchor="t" bIns="45700" lIns="0" spcFirstLastPara="1" rIns="91425" wrap="square" tIns="45700">
            <a:normAutofit/>
          </a:bodyPr>
          <a:lstStyle/>
          <a:p>
            <a:pPr indent="0" lvl="0" marL="0" rtl="0" algn="l">
              <a:lnSpc>
                <a:spcPct val="150000"/>
              </a:lnSpc>
              <a:spcBef>
                <a:spcPts val="0"/>
              </a:spcBef>
              <a:spcAft>
                <a:spcPts val="0"/>
              </a:spcAft>
              <a:buNone/>
            </a:pPr>
            <a:r>
              <a:rPr b="1" lang="vi-VN" sz="2000">
                <a:solidFill>
                  <a:srgbClr val="000000"/>
                </a:solidFill>
                <a:latin typeface="Montserrat ExtraBold"/>
                <a:ea typeface="Montserrat ExtraBold"/>
                <a:cs typeface="Montserrat ExtraBold"/>
              </a:rPr>
              <a:t>Những bài học xương máu giúp viết code chuẩn sạch trong dự án thực tế</a:t>
            </a:r>
          </a:p>
        </p:txBody>
      </p:sp>
      <p:sp>
        <p:nvSpPr>
          <p:cNvPr id="1079" name="CardBg_1079"/>
          <p:cNvSpPr/>
          <p:nvPr/>
        </p:nvSpPr>
        <p:spPr>
          <a:xfrm>
            <a:off x="838200" y="1950000"/>
            <a:ext cx="10600000" cy="4450000"/>
          </a:xfrm>
          <a:prstGeom prst="roundRect">
            <a:avLst>
              <a:gd name="adj" fmla="val 4000"/>
            </a:avLst>
          </a:prstGeom>
          <a:solidFill>
            <a:srgbClr val="FFFFFF"/>
          </a:solidFill>
          <a:ln w="12700">
            <a:solidFill>
              <a:srgbClr val="D9D9D9"/>
            </a:solidFill>
          </a:ln>
        </p:spPr>
      </p:sp>
      <p:sp>
        <p:nvSpPr>
          <p:cNvPr id="1080" name="TextBox_1080"/>
          <p:cNvSpPr txBox="1"/>
          <p:nvPr/>
        </p:nvSpPr>
        <p:spPr>
          <a:xfrm>
            <a:off x="1100000" y="2150000"/>
            <a:ext cx="10000000" cy="4000000"/>
          </a:xfrm>
          <a:prstGeom prst="rect">
            <a:avLst/>
          </a:prstGeom>
          <a:noFill/>
          <a:ln>
            <a:noFill/>
          </a:ln>
        </p:spPr>
        <p:txBody>
          <a:bodyPr anchorCtr="0" anchor="t" bIns="45700" lIns="91425" spcFirstLastPara="1" rIns="91425" wrap="square" tIns="45700">
            <a:normAutofit/>
          </a:bodyPr>
          <a:lstStyle/>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p="http://schemas.openxmlformats.org/presentationml/2006/main">
  <p:cSld>
    <p:spTree>
      <p:nvGrpSpPr>
        <p:cNvPr id="1" name="Root"/>
        <p:cNvGrpSpPr/>
        <p:nvPr/>
      </p:nvGrpSpPr>
      <p:grpSpPr>
        <a:xfrm>
          <a:off x="0" y="0"/>
          <a:ext cx="0" cy="0"/>
          <a:chOff x="0" y="0"/>
          <a:chExt cx="0" cy="0"/>
        </a:xfrm>
      </p:grpSpPr>
      <p:sp>
        <p:nvSpPr>
          <p:cNvPr id="1082" name="Title_1082"/>
          <p:cNvSpPr txBox="1"/>
          <p:nvPr>
            <p:ph type="title"/>
          </p:nvPr>
        </p:nvSpPr>
        <p:spPr>
          <a:xfrm>
            <a:off x="838200" y="2800000"/>
            <a:ext cx="10500000" cy="1200000"/>
          </a:xfrm>
          <a:prstGeom prst="rect">
            <a:avLst/>
          </a:prstGeom>
          <a:noFill/>
          <a:ln>
            <a:noFill/>
          </a:ln>
        </p:spPr>
        <p:txBody>
          <a:bodyPr anchorCtr="0" anchor="ctr" bIns="45700" lIns="0" spcFirstLastPara="1" rIns="91425" wrap="square" tIns="45700">
            <a:normAutofit/>
          </a:bodyPr>
          <a:lstStyle/>
          <a:p>
            <a:pPr indent="0" lvl="0" marL="0" rtl="0" algn="l">
              <a:lnSpc>
                <a:spcPct val="150000"/>
              </a:lnSpc>
              <a:spcBef>
                <a:spcPts val="0"/>
              </a:spcBef>
              <a:spcAft>
                <a:spcPts val="0"/>
              </a:spcAft>
              <a:buNone/>
            </a:pPr>
            <a:r>
              <a:rPr b="1" lang="vi-VN" sz="2800">
                <a:solidFill>
                  <a:srgbClr val="C00000"/>
                </a:solidFill>
                <a:latin typeface="Montserrat ExtraBold"/>
                <a:ea typeface="Montserrat ExtraBold"/>
                <a:cs typeface="Montserrat ExtraBold"/>
              </a:rPr>
              <a:t>Chúc Các Bạn Học Tốt!</a:t>
            </a:r>
          </a:p>
        </p:txBody>
      </p:sp>
      <p:sp>
        <p:nvSpPr>
          <p:cNvPr id="1083" name="H2_Subtitle_1083"/>
          <p:cNvSpPr txBox="1"/>
          <p:nvPr/>
        </p:nvSpPr>
        <p:spPr>
          <a:xfrm>
            <a:off x="838200" y="4100000"/>
            <a:ext cx="10500000" cy="600000"/>
          </a:xfrm>
          <a:prstGeom prst="rect">
            <a:avLst/>
          </a:prstGeom>
          <a:noFill/>
          <a:ln>
            <a:noFill/>
          </a:ln>
        </p:spPr>
        <p:txBody>
          <a:bodyPr anchorCtr="0" anchor="t" bIns="45700" lIns="0" spcFirstLastPara="1" rIns="91425" wrap="square" tIns="45700">
            <a:normAutofit/>
          </a:bodyPr>
          <a:lstStyle/>
          <a:p>
            <a:pPr indent="0" lvl="0" marL="0" rtl="0" algn="l">
              <a:lnSpc>
                <a:spcPct val="150000"/>
              </a:lnSpc>
              <a:spcBef>
                <a:spcPts val="0"/>
              </a:spcBef>
              <a:spcAft>
                <a:spcPts val="0"/>
              </a:spcAft>
              <a:buNone/>
            </a:pPr>
            <a:r>
              <a:rPr b="1" lang="vi-VN" sz="2000">
                <a:solidFill>
                  <a:srgbClr val="000000"/>
                </a:solidFill>
                <a:latin typeface="Montserrat ExtraBold"/>
                <a:ea typeface="Montserrat ExtraBold"/>
                <a:cs typeface="Montserrat ExtraBold"/>
              </a:rPr>
              <a:t>Hãy hoàn thành bài tập thực hành thiết kế Hàm và Scope cho Hệ thống Warehouse trên LMS Rikkei!</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Custom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