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114"/>
    <p:sldId id="270" r:id="rId115"/>
    <p:sldId id="271" r:id="rId116"/>
    <p:sldId id="272" r:id="rId117"/>
    <p:sldId id="273" r:id="rId118"/>
  </p:sldIdLst>
  <p:sldSz cy="6858000" cx="12192000"/>
  <p:notesSz cx="6858000" cy="9144000"/>
  <p:embeddedFontLst>
    <p:embeddedFont>
      <p:font typeface="Montserrat"/>
      <p:regular r:id="rId10"/>
      <p:bold r:id="rId11"/>
      <p:italic r:id="rId12"/>
      <p:boldItalic r:id="rId13"/>
    </p:embeddedFont>
    <p:embeddedFont>
      <p:font typeface="Montserrat Black"/>
      <p:bold r:id="rId14"/>
      <p:boldItalic r:id="rId15"/>
    </p:embeddedFont>
    <p:embeddedFont>
      <p:font typeface="Montserrat Medium"/>
      <p:regular r:id="rId16"/>
      <p:bold r:id="rId17"/>
      <p:italic r:id="rId18"/>
      <p:boldItalic r:id="rId19"/>
    </p:embeddedFont>
    <p:embeddedFont>
      <p:font typeface="Montserrat ExtraBold"/>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2" roundtripDataSignature="AMtx7mirXkCGjZF/d1qb7RGT2S1sXUuH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ExtraBold-bold.fntdata"/><Relationship Id="rId11" Type="http://schemas.openxmlformats.org/officeDocument/2006/relationships/font" Target="fonts/Montserrat-bold.fntdata"/><Relationship Id="rId22" Type="http://customschemas.google.com/relationships/presentationmetadata" Target="metadata"/><Relationship Id="rId10" Type="http://schemas.openxmlformats.org/officeDocument/2006/relationships/font" Target="fonts/Montserrat-regular.fntdata"/><Relationship Id="rId21" Type="http://schemas.openxmlformats.org/officeDocument/2006/relationships/font" Target="fonts/MontserratExtraBold-boldItalic.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5" Type="http://schemas.openxmlformats.org/officeDocument/2006/relationships/font" Target="fonts/MontserratBlack-boldItalic.fntdata"/><Relationship Id="rId14" Type="http://schemas.openxmlformats.org/officeDocument/2006/relationships/font" Target="fonts/MontserratBlack-bold.fntdata"/><Relationship Id="rId17" Type="http://schemas.openxmlformats.org/officeDocument/2006/relationships/font" Target="fonts/MontserratMedium-bold.fntdata"/><Relationship Id="rId16" Type="http://schemas.openxmlformats.org/officeDocument/2006/relationships/font" Target="fonts/MontserratMedium-regular.fntdata"/><Relationship Id="rId19" Type="http://schemas.openxmlformats.org/officeDocument/2006/relationships/font" Target="fonts/MontserratMedium-boldItalic.fntdata"/><Relationship Id="rId18" Type="http://schemas.openxmlformats.org/officeDocument/2006/relationships/font" Target="fonts/MontserratMedium-italic.fntdata"/><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SldImg"/>
          <p:cNvSpPr>
            <a:spLocks noGrp="1" noRot="1" noChangeAspect="1"/>
          </p:cNvSpPr>
          <p:nvPr>
            <p:ph type="sldImg"/>
          </p:nvPr>
        </p:nvSpPr>
        <p:spPr/>
      </p:sp>
      <p:sp>
        <p:nvSpPr>
          <p:cNvPr id="1002" name="Notes"/>
          <p:cNvSpPr txBox="1"/>
          <p:nvPr>
            <p:ph idx="1" type="body"/>
          </p:nvPr>
        </p:nvSpPr>
        <p:spPr/>
        <p:txBody>
          <a:bodyPr/>
          <a:lstStyle/>
          <a:p>
            <a:pPr indent="0" lvl="0" marL="0" rtl="0" algn="l">
              <a:lnSpc>
                <a:spcPct val="150000"/>
              </a:lnSpc>
              <a:buNone/>
            </a:pPr>
            <a:r>
              <a:rPr lang="vi-VN" sz="1200">
                <a:solidFill>
                  <a:srgbClr val="000000"/>
                </a:solidFill>
                <a:latin typeface="Arial"/>
              </a:rPr>
              <a:t>Chào mừng các học viên đến với Session 14. Hôm nay chúng ta sẽ tìm hiểu về cách tổ chức hàm, tham số, Arrow Function và cơ chế phạm vi biến trong JavaScript. [~1 phut]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 name="SldImg"/>
          <p:cNvSpPr>
            <a:spLocks noGrp="1" noRot="1" noChangeAspect="1"/>
          </p:cNvSpPr>
          <p:nvPr>
            <p:ph type="sldImg"/>
          </p:nvPr>
        </p:nvSpPr>
        <p:spPr/>
      </p:sp>
      <p:sp>
        <p:nvSpPr>
          <p:cNvPr id="1003" name="Notes"/>
          <p:cNvSpPr txBox="1"/>
          <p:nvPr>
            <p:ph idx="1" type="body"/>
          </p:nvPr>
        </p:nvSpPr>
        <p:spPr/>
        <p:txBody>
          <a:bodyPr/>
          <a:lstStyle/>
          <a:p>
            <a:pPr indent="0" lvl="0" marL="0" rtl="0" algn="l">
              <a:lnSpc>
                <a:spcPct val="150000"/>
              </a:lnSpc>
              <a:buNone/>
            </a:pPr>
            <a:r>
              <a:rPr lang="vi-VN" sz="1200">
                <a:solidFill>
                  <a:srgbClr val="000000"/>
                </a:solidFill>
                <a:latin typeface="Arial"/>
              </a:rPr>
              <a:t>Nội dung bài học gồm 3 phần chính đi từ nền tảng định nghĩa hàm đến các cú pháp hiện đại ES6 và kỹ thuật quản lý bộ nhớ nâng cao như Closure. [~2 phut]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 name="SldImg"/>
          <p:cNvSpPr>
            <a:spLocks noGrp="1" noRot="1" noChangeAspect="1"/>
          </p:cNvSpPr>
          <p:nvPr>
            <p:ph type="sldImg"/>
          </p:nvPr>
        </p:nvSpPr>
        <p:spPr/>
      </p:sp>
      <p:sp>
        <p:nvSpPr>
          <p:cNvPr id="1006" name="Notes"/>
          <p:cNvSpPr txBox="1"/>
          <p:nvPr>
            <p:ph idx="1" type="body"/>
          </p:nvPr>
        </p:nvSpPr>
        <p:spPr/>
        <p:txBody>
          <a:bodyPr/>
          <a:lstStyle/>
          <a:p>
            <a:pPr indent="0" lvl="0" marL="0" rtl="0" algn="l">
              <a:lnSpc>
                <a:spcPct val="150000"/>
              </a:lnSpc>
              <a:buNone/>
            </a:pPr>
            <a:r>
              <a:rPr lang="vi-VN" sz="1200">
                <a:solidFill>
                  <a:srgbClr val="000000"/>
                </a:solidFill>
                <a:latin typeface="Arial"/>
              </a:rPr>
              <a:t>Sau buổi học này, các bạn cần nắm vững cách định nghĩa hàm tối ưu, tránh rò rỉ biến toàn cục và biết cách đóng gói dữ liệu an toàn với Closure. [~2 phut]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dImg"/>
          <p:cNvSpPr>
            <a:spLocks noGrp="1" noRot="1" noChangeAspect="1"/>
          </p:cNvSpPr>
          <p:nvPr>
            <p:ph type="sldImg"/>
          </p:nvPr>
        </p:nvSpPr>
        <p:spPr/>
      </p:sp>
      <p:sp>
        <p:nvSpPr>
          <p:cNvPr id="1013" name="Notes"/>
          <p:cNvSpPr txBox="1"/>
          <p:nvPr>
            <p:ph idx="1" type="body"/>
          </p:nvPr>
        </p:nvSpPr>
        <p:spPr/>
        <p:txBody>
          <a:bodyPr/>
          <a:lstStyle/>
          <a:p>
            <a:pPr indent="0" lvl="0" marL="0" rtl="0" algn="l">
              <a:lnSpc>
                <a:spcPct val="150000"/>
              </a:lnSpc>
              <a:buNone/>
            </a:pPr>
            <a:r>
              <a:rPr lang="vi-VN" sz="1200">
                <a:solidFill>
                  <a:srgbClr val="000000"/>
                </a:solidFill>
                <a:latin typeface="Arial"/>
              </a:rPr>
              <a:t>So sánh hai cách khai báo hàm cơ bản. Lưu ý tính chất Hoisting khác nhau giữa Function Declaration và Function Expression để tránh lỗi sập chương trình. [~4 phut]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 name="SldImg"/>
          <p:cNvSpPr>
            <a:spLocks noGrp="1" noRot="1" noChangeAspect="1"/>
          </p:cNvSpPr>
          <p:nvPr>
            <p:ph type="sldImg"/>
          </p:nvPr>
        </p:nvSpPr>
        <p:spPr/>
      </p:sp>
      <p:sp>
        <p:nvSpPr>
          <p:cNvPr id="1020" name="Notes"/>
          <p:cNvSpPr txBox="1"/>
          <p:nvPr>
            <p:ph idx="1" type="body"/>
          </p:nvPr>
        </p:nvSpPr>
        <p:spPr/>
        <p:txBody>
          <a:bodyPr/>
          <a:lstStyle/>
          <a:p>
            <a:pPr indent="0" lvl="0" marL="0" rtl="0" algn="l">
              <a:lnSpc>
                <a:spcPct val="150000"/>
              </a:lnSpc>
              <a:buNone/>
            </a:pPr>
            <a:r>
              <a:rPr lang="vi-VN" sz="1200">
                <a:solidFill>
                  <a:srgbClr val="000000"/>
                </a:solidFill>
                <a:latin typeface="Arial"/>
              </a:rPr>
              <a:t>Bảng từng bước theo dõi bộ nhớ khi thực thi một hàm. Chú ý bước 1 khi trình biên dịch hoist hàm lên trước khi dòng lệnh đầu tiên chạy. [~5 phut]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dImg"/>
          <p:cNvSpPr>
            <a:spLocks noGrp="1" noRot="1" noChangeAspect="1"/>
          </p:cNvSpPr>
          <p:nvPr>
            <p:ph type="sldImg"/>
          </p:nvPr>
        </p:nvSpPr>
        <p:spPr/>
      </p:sp>
      <p:sp>
        <p:nvSpPr>
          <p:cNvPr id="1028" name="Notes"/>
          <p:cNvSpPr txBox="1"/>
          <p:nvPr>
            <p:ph idx="1" type="body"/>
          </p:nvPr>
        </p:nvSpPr>
        <p:spPr/>
        <p:txBody>
          <a:bodyPr/>
          <a:lstStyle/>
          <a:p>
            <a:pPr indent="0" lvl="0" marL="0" rtl="0" algn="l">
              <a:lnSpc>
                <a:spcPct val="150000"/>
              </a:lnSpc>
              <a:buNone/>
            </a:pPr>
            <a:r>
              <a:rPr lang="vi-VN" sz="1200">
                <a:solidFill>
                  <a:srgbClr val="000000"/>
                </a:solidFill>
                <a:latin typeface="Arial"/>
              </a:rPr>
              <a:t>Nhấn mạnh hai lỗi phổ biến: gọi Function Expression trước khi khởi tạo và quên trả về dữ liệu bằng câu lệnh return. [~4 phut]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SldImg"/>
          <p:cNvSpPr>
            <a:spLocks noGrp="1" noRot="1" noChangeAspect="1"/>
          </p:cNvSpPr>
          <p:nvPr>
            <p:ph type="sldImg"/>
          </p:nvPr>
        </p:nvSpPr>
        <p:spPr/>
      </p:sp>
      <p:sp>
        <p:nvSpPr>
          <p:cNvPr id="1036" name="Notes"/>
          <p:cNvSpPr txBox="1"/>
          <p:nvPr>
            <p:ph idx="1" type="body"/>
          </p:nvPr>
        </p:nvSpPr>
        <p:spPr/>
        <p:txBody>
          <a:bodyPr/>
          <a:lstStyle/>
          <a:p>
            <a:pPr indent="0" lvl="0" marL="0" rtl="0" algn="l">
              <a:lnSpc>
                <a:spcPct val="150000"/>
              </a:lnSpc>
              <a:buNone/>
            </a:pPr>
            <a:r>
              <a:rPr lang="vi-VN" sz="1200">
                <a:solidFill>
                  <a:srgbClr val="000000"/>
                </a:solidFill>
                <a:latin typeface="Arial"/>
              </a:rPr>
              <a:t>Yêu cầu học viên phân tích cơ chế Hoisting khác biệt giữa Function Declaration và biến var chứa Function Expression. [~3 phut]</a:t>
            </a:r>
          </a:p>
          <a:p>
            <a:pPr indent="0" lvl="0" marL="0" rtl="0" algn="l">
              <a:lnSpc>
                <a:spcPct val="150000"/>
              </a:lnSpc>
              <a:buNone/>
            </a:pPr>
            <a:r>
              <a:rPr lang="vi-VN" sz="1200">
                <a:solidFill>
                  <a:srgbClr val="000000"/>
                </a:solidFill>
                <a:latin typeface="Arial"/>
              </a:rPr>
              <a:t>Đáp án: Đáp án đúng là A. getMessage là Function Declaration nên được hoisted hoàn toàn và chạy bình thường. Biến getRole khai báo bằng var chỉ được hoisted tên biến với giá trị undefined, nên khi gọi getRole() như một hàm sẽ báo lỗi TypeError: getRole is not a function.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 name="SldImg"/>
          <p:cNvSpPr>
            <a:spLocks noGrp="1" noRot="1" noChangeAspect="1"/>
          </p:cNvSpPr>
          <p:nvPr>
            <p:ph type="sldImg"/>
          </p:nvPr>
        </p:nvSpPr>
        <p:spPr/>
      </p:sp>
      <p:sp>
        <p:nvSpPr>
          <p:cNvPr id="1043" name="Notes"/>
          <p:cNvSpPr txBox="1"/>
          <p:nvPr>
            <p:ph idx="1" type="body"/>
          </p:nvPr>
        </p:nvSpPr>
        <p:spPr/>
        <p:txBody>
          <a:bodyPr/>
          <a:lstStyle/>
          <a:p>
            <a:pPr indent="0" lvl="0" marL="0" rtl="0" algn="l">
              <a:lnSpc>
                <a:spcPct val="150000"/>
              </a:lnSpc>
              <a:buNone/>
            </a:pPr>
            <a:r>
              <a:rPr lang="vi-VN" sz="1200">
                <a:solidFill>
                  <a:srgbClr val="000000"/>
                </a:solidFill>
                <a:latin typeface="Arial"/>
              </a:rPr>
              <a:t>Phân biệt cú pháp Concise Body (Implicit Return) và Block Body (Explicit Return) của Arrow Function. [~4 phut]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 name="SldImg"/>
          <p:cNvSpPr>
            <a:spLocks noGrp="1" noRot="1" noChangeAspect="1"/>
          </p:cNvSpPr>
          <p:nvPr>
            <p:ph type="sldImg"/>
          </p:nvPr>
        </p:nvSpPr>
        <p:spPr/>
      </p:sp>
      <p:sp>
        <p:nvSpPr>
          <p:cNvPr id="1051" name="Notes"/>
          <p:cNvSpPr txBox="1"/>
          <p:nvPr>
            <p:ph idx="1" type="body"/>
          </p:nvPr>
        </p:nvSpPr>
        <p:spPr/>
        <p:txBody>
          <a:bodyPr/>
          <a:lstStyle/>
          <a:p>
            <a:pPr indent="0" lvl="0" marL="0" rtl="0" algn="l">
              <a:lnSpc>
                <a:spcPct val="150000"/>
              </a:lnSpc>
              <a:buNone/>
            </a:pPr>
            <a:r>
              <a:rPr lang="vi-VN" sz="1200">
                <a:solidFill>
                  <a:srgbClr val="000000"/>
                </a:solidFill>
                <a:latin typeface="Arial"/>
              </a:rPr>
              <a:t>Giải thích cách Default Parameters phòng vệ cho ứng dụng tránh nhận kết quả NaN khi tính toán hóa đơn. [~4 phut]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 name="SldImg"/>
          <p:cNvSpPr>
            <a:spLocks noGrp="1" noRot="1" noChangeAspect="1"/>
          </p:cNvSpPr>
          <p:nvPr>
            <p:ph type="sldImg"/>
          </p:nvPr>
        </p:nvSpPr>
        <p:spPr/>
      </p:sp>
      <p:sp>
        <p:nvSpPr>
          <p:cNvPr id="1065" name="Notes"/>
          <p:cNvSpPr txBox="1"/>
          <p:nvPr>
            <p:ph idx="1" type="body"/>
          </p:nvPr>
        </p:nvSpPr>
        <p:spPr/>
        <p:txBody>
          <a:bodyPr/>
          <a:lstStyle/>
          <a:p>
            <a:pPr indent="0" lvl="0" marL="0" rtl="0" algn="l">
              <a:lnSpc>
                <a:spcPct val="150000"/>
              </a:lnSpc>
              <a:buNone/>
            </a:pPr>
            <a:r>
              <a:rPr lang="vi-VN" sz="1200">
                <a:solidFill>
                  <a:srgbClr val="000000"/>
                </a:solidFill>
                <a:latin typeface="Arial"/>
              </a:rPr>
              <a:t>Sơ đồ tiến trình kiểm tra đối số trong JavaScript engine khi gặp cấu hình tham số mặc định. [~4 phut]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 name="SldImg"/>
          <p:cNvSpPr>
            <a:spLocks noGrp="1" noRot="1" noChangeAspect="1"/>
          </p:cNvSpPr>
          <p:nvPr>
            <p:ph type="sldImg"/>
          </p:nvPr>
        </p:nvSpPr>
        <p:spPr/>
      </p:sp>
      <p:sp>
        <p:nvSpPr>
          <p:cNvPr id="1073" name="Notes"/>
          <p:cNvSpPr txBox="1"/>
          <p:nvPr>
            <p:ph idx="1" type="body"/>
          </p:nvPr>
        </p:nvSpPr>
        <p:spPr/>
        <p:txBody>
          <a:bodyPr/>
          <a:lstStyle/>
          <a:p>
            <a:pPr indent="0" lvl="0" marL="0" rtl="0" algn="l">
              <a:lnSpc>
                <a:spcPct val="150000"/>
              </a:lnSpc>
              <a:buNone/>
            </a:pPr>
            <a:r>
              <a:rPr lang="vi-VN" sz="1200">
                <a:solidFill>
                  <a:srgbClr val="000000"/>
                </a:solidFill>
                <a:latin typeface="Arial"/>
              </a:rPr>
              <a:t>Nhấn mạnh bẫy phân biệt giữa 0 (falsy nhưng vẫn ghi đè) và undefined (kích hoạt default parameter). [~3 phut]</a:t>
            </a:r>
          </a:p>
          <a:p>
            <a:pPr indent="0" lvl="0" marL="0" rtl="0" algn="l">
              <a:lnSpc>
                <a:spcPct val="150000"/>
              </a:lnSpc>
              <a:buNone/>
            </a:pPr>
            <a:r>
              <a:rPr lang="vi-VN" sz="1200">
                <a:solidFill>
                  <a:srgbClr val="000000"/>
                </a:solidFill>
                <a:latin typeface="Arial"/>
              </a:rPr>
              <a:t>Đáp án: Đáp án đúng là A. discount nhận 0 vì 0 là giá trị hợp lệ ghi đè 10. tax nhận 0 vì giá trị undefined truyền vào kích hoạt giá trị mặc định 0. Phép tính: 100 - 0 + 0 = 100.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 name="SldImg"/>
          <p:cNvSpPr>
            <a:spLocks noGrp="1" noRot="1" noChangeAspect="1"/>
          </p:cNvSpPr>
          <p:nvPr>
            <p:ph type="sldImg"/>
          </p:nvPr>
        </p:nvSpPr>
        <p:spPr/>
      </p:sp>
      <p:sp>
        <p:nvSpPr>
          <p:cNvPr id="1084" name="Notes"/>
          <p:cNvSpPr txBox="1"/>
          <p:nvPr>
            <p:ph idx="1" type="body"/>
          </p:nvPr>
        </p:nvSpPr>
        <p:spPr/>
        <p:txBody>
          <a:bodyPr/>
          <a:lstStyle/>
          <a:p>
            <a:pPr indent="0" lvl="0" marL="0" rtl="0" algn="l">
              <a:lnSpc>
                <a:spcPct val="150000"/>
              </a:lnSpc>
              <a:buNone/>
            </a:pPr>
            <a:r>
              <a:rPr lang="vi-VN" sz="1200">
                <a:solidFill>
                  <a:srgbClr val="000000"/>
                </a:solidFill>
                <a:latin typeface="Arial"/>
              </a:rPr>
              <a:t>Tổng quan 4 khái niệm cốt lõi về phạm vi Scope trong JavaScript: Global, Function, Block và hiện tượng TDZ của let/const. [~5 phut]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 name="SldImg"/>
          <p:cNvSpPr>
            <a:spLocks noGrp="1" noRot="1" noChangeAspect="1"/>
          </p:cNvSpPr>
          <p:nvPr>
            <p:ph type="sldImg"/>
          </p:nvPr>
        </p:nvSpPr>
        <p:spPr/>
      </p:sp>
      <p:sp>
        <p:nvSpPr>
          <p:cNvPr id="1092" name="Notes"/>
          <p:cNvSpPr txBox="1"/>
          <p:nvPr>
            <p:ph idx="1" type="body"/>
          </p:nvPr>
        </p:nvSpPr>
        <p:spPr/>
        <p:txBody>
          <a:bodyPr/>
          <a:lstStyle/>
          <a:p>
            <a:pPr indent="0" lvl="0" marL="0" rtl="0" algn="l">
              <a:lnSpc>
                <a:spcPct val="150000"/>
              </a:lnSpc>
              <a:buNone/>
            </a:pPr>
            <a:r>
              <a:rPr lang="vi-VN" sz="1200">
                <a:solidFill>
                  <a:srgbClr val="000000"/>
                </a:solidFill>
                <a:latin typeface="Arial"/>
              </a:rPr>
              <a:t>Phân tích cơ chế Closure ghi nhớ biến nội bộ của hàm ngoài ngay cả khi hàm ngoài đã kết thúc thực thi. [~5 phut]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SldImg"/>
          <p:cNvSpPr>
            <a:spLocks noGrp="1" noRot="1" noChangeAspect="1"/>
          </p:cNvSpPr>
          <p:nvPr>
            <p:ph type="sldImg"/>
          </p:nvPr>
        </p:nvSpPr>
        <p:spPr/>
      </p:sp>
      <p:sp>
        <p:nvSpPr>
          <p:cNvPr id="1100" name="Notes"/>
          <p:cNvSpPr txBox="1"/>
          <p:nvPr>
            <p:ph idx="1" type="body"/>
          </p:nvPr>
        </p:nvSpPr>
        <p:spPr/>
        <p:txBody>
          <a:bodyPr/>
          <a:lstStyle/>
          <a:p>
            <a:pPr indent="0" lvl="0" marL="0" rtl="0" algn="l">
              <a:lnSpc>
                <a:spcPct val="150000"/>
              </a:lnSpc>
              <a:buNone/>
            </a:pPr>
            <a:r>
              <a:rPr lang="vi-VN" sz="1200">
                <a:solidFill>
                  <a:srgbClr val="000000"/>
                </a:solidFill>
                <a:latin typeface="Arial"/>
              </a:rPr>
              <a:t>Làm rõ hiểu lầm phổ biến của học viên về việc các instance của Closure dùng chung bộ nhớ. [~3 phut]</a:t>
            </a:r>
          </a:p>
          <a:p>
            <a:pPr indent="0" lvl="0" marL="0" rtl="0" algn="l">
              <a:lnSpc>
                <a:spcPct val="150000"/>
              </a:lnSpc>
              <a:buNone/>
            </a:pPr>
            <a:r>
              <a:rPr lang="vi-VN" sz="1200">
                <a:solidFill>
                  <a:srgbClr val="000000"/>
                </a:solidFill>
                <a:latin typeface="Arial"/>
              </a:rPr>
              <a:t>Đáp án: Đáp án đúng là A. Mỗi lần hàm createPalletTracker() được gọi, một phạm vi thực thi và không gian Closure hoàn toàn mới được tạo ra. Do đó counterA và counterB quản lý 2 bộ đếm độc lập.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dImg"/>
          <p:cNvSpPr>
            <a:spLocks noGrp="1" noRot="1" noChangeAspect="1"/>
          </p:cNvSpPr>
          <p:nvPr>
            <p:ph type="sldImg"/>
          </p:nvPr>
        </p:nvSpPr>
        <p:spPr/>
      </p:sp>
      <p:sp>
        <p:nvSpPr>
          <p:cNvPr id="1104" name="Notes"/>
          <p:cNvSpPr txBox="1"/>
          <p:nvPr>
            <p:ph idx="1" type="body"/>
          </p:nvPr>
        </p:nvSpPr>
        <p:spPr/>
        <p:txBody>
          <a:bodyPr/>
          <a:lstStyle/>
          <a:p>
            <a:pPr indent="0" lvl="0" marL="0" rtl="0" algn="l">
              <a:lnSpc>
                <a:spcPct val="150000"/>
              </a:lnSpc>
              <a:buNone/>
            </a:pPr>
            <a:r>
              <a:rPr lang="vi-VN" sz="1200">
                <a:solidFill>
                  <a:srgbClr val="000000"/>
                </a:solidFill>
                <a:latin typeface="Arial"/>
              </a:rPr>
              <a:t>Điểm lại danh sách thuật ngữ kỹ thuật cốt lõi. Học viên tra cứu bảng này khi làm bài tập thực hành. [~2 phut]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 name="SldImg"/>
          <p:cNvSpPr>
            <a:spLocks noGrp="1" noRot="1" noChangeAspect="1"/>
          </p:cNvSpPr>
          <p:nvPr>
            <p:ph type="sldImg"/>
          </p:nvPr>
        </p:nvSpPr>
        <p:spPr/>
      </p:sp>
      <p:sp>
        <p:nvSpPr>
          <p:cNvPr id="1111" name="Notes"/>
          <p:cNvSpPr txBox="1"/>
          <p:nvPr>
            <p:ph idx="1" type="body"/>
          </p:nvPr>
        </p:nvSpPr>
        <p:spPr/>
        <p:txBody>
          <a:bodyPr/>
          <a:lstStyle/>
          <a:p>
            <a:pPr indent="0" lvl="0" marL="0" rtl="0" algn="l">
              <a:lnSpc>
                <a:spcPct val="150000"/>
              </a:lnSpc>
              <a:buNone/>
            </a:pPr>
            <a:r>
              <a:rPr lang="vi-VN" sz="1200">
                <a:solidFill>
                  <a:srgbClr val="000000"/>
                </a:solidFill>
                <a:latin typeface="Arial"/>
              </a:rPr>
              <a:t>Giao bài tập vận dụng về nhà cho học viên. Khuyến khích đọc tài liệu tham khảo MDN và JavaScript.info để hiểu sâu về Lexical Scope. [~2 phut]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SldImg"/>
          <p:cNvSpPr>
            <a:spLocks noGrp="1" noRot="1" noChangeAspect="1"/>
          </p:cNvSpPr>
          <p:nvPr>
            <p:ph type="sldImg"/>
          </p:nvPr>
        </p:nvSpPr>
        <p:spPr/>
      </p:sp>
      <p:sp>
        <p:nvSpPr>
          <p:cNvPr id="1118" name="Notes"/>
          <p:cNvSpPr txBox="1"/>
          <p:nvPr>
            <p:ph idx="1" type="body"/>
          </p:nvPr>
        </p:nvSpPr>
        <p:spPr/>
        <p:txBody>
          <a:bodyPr/>
          <a:lstStyle/>
          <a:p>
            <a:pPr indent="0" lvl="0" marL="0" rtl="0" algn="l">
              <a:lnSpc>
                <a:spcPct val="150000"/>
              </a:lnSpc>
              <a:buNone/>
            </a:pPr>
            <a:r>
              <a:rPr lang="vi-VN" sz="1200">
                <a:solidFill>
                  <a:srgbClr val="000000"/>
                </a:solidFill>
                <a:latin typeface="Arial"/>
              </a:rPr>
              <a:t>Tóm tắt các quy tắc viết code sạch và bảo mật dữ liệu. Học viên cần áp dụng chuẩn mực này vào dự án thực tế. [~2 phut]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SldImg"/>
          <p:cNvSpPr>
            <a:spLocks noGrp="1" noRot="1" noChangeAspect="1"/>
          </p:cNvSpPr>
          <p:nvPr>
            <p:ph type="sldImg"/>
          </p:nvPr>
        </p:nvSpPr>
        <p:spPr/>
      </p:sp>
      <p:sp>
        <p:nvSpPr>
          <p:cNvPr id="1121" name="Notes"/>
          <p:cNvSpPr txBox="1"/>
          <p:nvPr>
            <p:ph idx="1" type="body"/>
          </p:nvPr>
        </p:nvSpPr>
        <p:spPr/>
        <p:txBody>
          <a:bodyPr/>
          <a:lstStyle/>
          <a:p>
            <a:pPr indent="0" lvl="0" marL="0" rtl="0" algn="l">
              <a:lnSpc>
                <a:spcPct val="150000"/>
              </a:lnSpc>
              <a:buNone/>
            </a:pPr>
            <a:r>
              <a:rPr lang="vi-VN" sz="1200">
                <a:solidFill>
                  <a:srgbClr val="000000"/>
                </a:solidFill>
                <a:latin typeface="Arial"/>
              </a:rPr>
              <a:t>Cảm ơn các bạn đã lắng nghe và tham gia tích cực. Hẹn gặp lại cả lớp trong Session 15! [~1 phut]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1.png"/><Relationship Id="rId4"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1.png"/><Relationship Id="rId4"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1.png"/><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6" name="Shape 16"/>
        <p:cNvGrpSpPr/>
        <p:nvPr/>
      </p:nvGrpSpPr>
      <p:grpSpPr>
        <a:xfrm>
          <a:off x="0" y="0"/>
          <a:ext cx="0" cy="0"/>
          <a:chOff x="0" y="0"/>
          <a:chExt cx="0" cy="0"/>
        </a:xfrm>
      </p:grpSpPr>
      <p:sp>
        <p:nvSpPr>
          <p:cNvPr id="17" name="Google Shape;17;p32"/>
          <p:cNvSpPr txBox="1"/>
          <p:nvPr>
            <p:ph type="title"/>
          </p:nvPr>
        </p:nvSpPr>
        <p:spPr>
          <a:xfrm rot="5400000">
            <a:off x="-1225840" y="1040275"/>
            <a:ext cx="4164099" cy="18454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6000"/>
              <a:buFont typeface="Montserrat Black"/>
              <a:buNone/>
              <a:defRPr b="1" sz="6000">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32"/>
          <p:cNvSpPr txBox="1"/>
          <p:nvPr>
            <p:ph idx="1" type="body"/>
          </p:nvPr>
        </p:nvSpPr>
        <p:spPr>
          <a:xfrm>
            <a:off x="2394064" y="2759840"/>
            <a:ext cx="1122220"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BE2727"/>
              </a:buClr>
              <a:buSzPts val="6000"/>
              <a:buFont typeface="Montserrat"/>
              <a:buNone/>
              <a:defRPr b="1" sz="6000">
                <a:solidFill>
                  <a:srgbClr val="BE2727"/>
                </a:solidFill>
              </a:defRPr>
            </a:lvl1pPr>
            <a:lvl2pPr indent="-482600" lvl="1" marL="914400" algn="l">
              <a:lnSpc>
                <a:spcPct val="90000"/>
              </a:lnSpc>
              <a:spcBef>
                <a:spcPts val="500"/>
              </a:spcBef>
              <a:spcAft>
                <a:spcPts val="0"/>
              </a:spcAft>
              <a:buClr>
                <a:srgbClr val="BE2727"/>
              </a:buClr>
              <a:buSzPts val="4000"/>
              <a:buChar char="•"/>
              <a:defRPr b="1" sz="4000">
                <a:solidFill>
                  <a:srgbClr val="BE2727"/>
                </a:solidFill>
              </a:defRPr>
            </a:lvl2pPr>
            <a:lvl3pPr indent="-482600" lvl="2" marL="1371600" algn="l">
              <a:lnSpc>
                <a:spcPct val="90000"/>
              </a:lnSpc>
              <a:spcBef>
                <a:spcPts val="500"/>
              </a:spcBef>
              <a:spcAft>
                <a:spcPts val="0"/>
              </a:spcAft>
              <a:buClr>
                <a:srgbClr val="BE2727"/>
              </a:buClr>
              <a:buSzPts val="4000"/>
              <a:buChar char="•"/>
              <a:defRPr b="1" sz="4000">
                <a:solidFill>
                  <a:srgbClr val="BE2727"/>
                </a:solidFill>
              </a:defRPr>
            </a:lvl3pPr>
            <a:lvl4pPr indent="-482600" lvl="3" marL="1828800" algn="l">
              <a:lnSpc>
                <a:spcPct val="90000"/>
              </a:lnSpc>
              <a:spcBef>
                <a:spcPts val="500"/>
              </a:spcBef>
              <a:spcAft>
                <a:spcPts val="0"/>
              </a:spcAft>
              <a:buClr>
                <a:srgbClr val="BE2727"/>
              </a:buClr>
              <a:buSzPts val="4000"/>
              <a:buChar char="•"/>
              <a:defRPr b="1" sz="4000">
                <a:solidFill>
                  <a:srgbClr val="BE2727"/>
                </a:solidFill>
              </a:defRPr>
            </a:lvl4pPr>
            <a:lvl5pPr indent="-482600" lvl="4" marL="2286000" algn="l">
              <a:lnSpc>
                <a:spcPct val="90000"/>
              </a:lnSpc>
              <a:spcBef>
                <a:spcPts val="500"/>
              </a:spcBef>
              <a:spcAft>
                <a:spcPts val="0"/>
              </a:spcAft>
              <a:buClr>
                <a:srgbClr val="BE2727"/>
              </a:buClr>
              <a:buSzPts val="4000"/>
              <a:buChar char="•"/>
              <a:defRPr b="1" sz="4000">
                <a:solidFill>
                  <a:srgbClr val="BE2727"/>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2"/>
          <p:cNvSpPr txBox="1"/>
          <p:nvPr>
            <p:ph idx="2" type="body"/>
          </p:nvPr>
        </p:nvSpPr>
        <p:spPr>
          <a:xfrm>
            <a:off x="3516284" y="2888427"/>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E2727"/>
              </a:buClr>
              <a:buSzPts val="2000"/>
              <a:buFont typeface="Montserrat"/>
              <a:buNone/>
              <a:defRPr b="1" sz="2000">
                <a:solidFill>
                  <a:srgbClr val="BE2727"/>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2"/>
          <p:cNvSpPr txBox="1"/>
          <p:nvPr>
            <p:ph idx="3" type="body"/>
          </p:nvPr>
        </p:nvSpPr>
        <p:spPr>
          <a:xfrm>
            <a:off x="2310942" y="4349625"/>
            <a:ext cx="1205342"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BE2727"/>
              </a:buClr>
              <a:buSzPts val="6000"/>
              <a:buFont typeface="Montserrat"/>
              <a:buNone/>
              <a:defRPr b="1" sz="6000">
                <a:solidFill>
                  <a:srgbClr val="BE2727"/>
                </a:solidFill>
              </a:defRPr>
            </a:lvl1pPr>
            <a:lvl2pPr indent="-482600" lvl="1" marL="914400" algn="l">
              <a:lnSpc>
                <a:spcPct val="90000"/>
              </a:lnSpc>
              <a:spcBef>
                <a:spcPts val="500"/>
              </a:spcBef>
              <a:spcAft>
                <a:spcPts val="0"/>
              </a:spcAft>
              <a:buClr>
                <a:srgbClr val="BE2727"/>
              </a:buClr>
              <a:buSzPts val="4000"/>
              <a:buChar char="•"/>
              <a:defRPr b="1" sz="4000">
                <a:solidFill>
                  <a:srgbClr val="BE2727"/>
                </a:solidFill>
              </a:defRPr>
            </a:lvl2pPr>
            <a:lvl3pPr indent="-482600" lvl="2" marL="1371600" algn="l">
              <a:lnSpc>
                <a:spcPct val="90000"/>
              </a:lnSpc>
              <a:spcBef>
                <a:spcPts val="500"/>
              </a:spcBef>
              <a:spcAft>
                <a:spcPts val="0"/>
              </a:spcAft>
              <a:buClr>
                <a:srgbClr val="BE2727"/>
              </a:buClr>
              <a:buSzPts val="4000"/>
              <a:buChar char="•"/>
              <a:defRPr b="1" sz="4000">
                <a:solidFill>
                  <a:srgbClr val="BE2727"/>
                </a:solidFill>
              </a:defRPr>
            </a:lvl3pPr>
            <a:lvl4pPr indent="-482600" lvl="3" marL="1828800" algn="l">
              <a:lnSpc>
                <a:spcPct val="90000"/>
              </a:lnSpc>
              <a:spcBef>
                <a:spcPts val="500"/>
              </a:spcBef>
              <a:spcAft>
                <a:spcPts val="0"/>
              </a:spcAft>
              <a:buClr>
                <a:srgbClr val="BE2727"/>
              </a:buClr>
              <a:buSzPts val="4000"/>
              <a:buChar char="•"/>
              <a:defRPr b="1" sz="4000">
                <a:solidFill>
                  <a:srgbClr val="BE2727"/>
                </a:solidFill>
              </a:defRPr>
            </a:lvl4pPr>
            <a:lvl5pPr indent="-482600" lvl="4" marL="2286000" algn="l">
              <a:lnSpc>
                <a:spcPct val="90000"/>
              </a:lnSpc>
              <a:spcBef>
                <a:spcPts val="500"/>
              </a:spcBef>
              <a:spcAft>
                <a:spcPts val="0"/>
              </a:spcAft>
              <a:buClr>
                <a:srgbClr val="BE2727"/>
              </a:buClr>
              <a:buSzPts val="4000"/>
              <a:buChar char="•"/>
              <a:defRPr b="1" sz="4000">
                <a:solidFill>
                  <a:srgbClr val="BE2727"/>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2"/>
          <p:cNvSpPr txBox="1"/>
          <p:nvPr>
            <p:ph idx="4" type="body"/>
          </p:nvPr>
        </p:nvSpPr>
        <p:spPr>
          <a:xfrm>
            <a:off x="3516284" y="4478213"/>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E2727"/>
              </a:buClr>
              <a:buSzPts val="2000"/>
              <a:buFont typeface="Montserrat"/>
              <a:buNone/>
              <a:defRPr b="1" sz="2000">
                <a:solidFill>
                  <a:srgbClr val="BE2727"/>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2"/>
          <p:cNvSpPr txBox="1"/>
          <p:nvPr>
            <p:ph idx="5" type="body"/>
          </p:nvPr>
        </p:nvSpPr>
        <p:spPr>
          <a:xfrm>
            <a:off x="7245926" y="2759840"/>
            <a:ext cx="1202576"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BE2727"/>
              </a:buClr>
              <a:buSzPts val="6000"/>
              <a:buFont typeface="Montserrat"/>
              <a:buNone/>
              <a:defRPr b="1" sz="6000">
                <a:solidFill>
                  <a:srgbClr val="BE2727"/>
                </a:solidFill>
              </a:defRPr>
            </a:lvl1pPr>
            <a:lvl2pPr indent="-482600" lvl="1" marL="914400" algn="l">
              <a:lnSpc>
                <a:spcPct val="90000"/>
              </a:lnSpc>
              <a:spcBef>
                <a:spcPts val="500"/>
              </a:spcBef>
              <a:spcAft>
                <a:spcPts val="0"/>
              </a:spcAft>
              <a:buClr>
                <a:srgbClr val="BE2727"/>
              </a:buClr>
              <a:buSzPts val="4000"/>
              <a:buChar char="•"/>
              <a:defRPr b="1" sz="4000">
                <a:solidFill>
                  <a:srgbClr val="BE2727"/>
                </a:solidFill>
              </a:defRPr>
            </a:lvl2pPr>
            <a:lvl3pPr indent="-482600" lvl="2" marL="1371600" algn="l">
              <a:lnSpc>
                <a:spcPct val="90000"/>
              </a:lnSpc>
              <a:spcBef>
                <a:spcPts val="500"/>
              </a:spcBef>
              <a:spcAft>
                <a:spcPts val="0"/>
              </a:spcAft>
              <a:buClr>
                <a:srgbClr val="BE2727"/>
              </a:buClr>
              <a:buSzPts val="4000"/>
              <a:buChar char="•"/>
              <a:defRPr b="1" sz="4000">
                <a:solidFill>
                  <a:srgbClr val="BE2727"/>
                </a:solidFill>
              </a:defRPr>
            </a:lvl3pPr>
            <a:lvl4pPr indent="-482600" lvl="3" marL="1828800" algn="l">
              <a:lnSpc>
                <a:spcPct val="90000"/>
              </a:lnSpc>
              <a:spcBef>
                <a:spcPts val="500"/>
              </a:spcBef>
              <a:spcAft>
                <a:spcPts val="0"/>
              </a:spcAft>
              <a:buClr>
                <a:srgbClr val="BE2727"/>
              </a:buClr>
              <a:buSzPts val="4000"/>
              <a:buChar char="•"/>
              <a:defRPr b="1" sz="4000">
                <a:solidFill>
                  <a:srgbClr val="BE2727"/>
                </a:solidFill>
              </a:defRPr>
            </a:lvl4pPr>
            <a:lvl5pPr indent="-482600" lvl="4" marL="2286000" algn="l">
              <a:lnSpc>
                <a:spcPct val="90000"/>
              </a:lnSpc>
              <a:spcBef>
                <a:spcPts val="500"/>
              </a:spcBef>
              <a:spcAft>
                <a:spcPts val="0"/>
              </a:spcAft>
              <a:buClr>
                <a:srgbClr val="BE2727"/>
              </a:buClr>
              <a:buSzPts val="4000"/>
              <a:buChar char="•"/>
              <a:defRPr b="1" sz="4000">
                <a:solidFill>
                  <a:srgbClr val="BE2727"/>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2"/>
          <p:cNvSpPr txBox="1"/>
          <p:nvPr>
            <p:ph idx="6" type="body"/>
          </p:nvPr>
        </p:nvSpPr>
        <p:spPr>
          <a:xfrm>
            <a:off x="8448502" y="2888427"/>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E2727"/>
              </a:buClr>
              <a:buSzPts val="2000"/>
              <a:buFont typeface="Montserrat"/>
              <a:buNone/>
              <a:defRPr b="1" sz="2000">
                <a:solidFill>
                  <a:srgbClr val="BE2727"/>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2"/>
          <p:cNvSpPr txBox="1"/>
          <p:nvPr>
            <p:ph idx="7" type="body"/>
          </p:nvPr>
        </p:nvSpPr>
        <p:spPr>
          <a:xfrm>
            <a:off x="7245926" y="4349625"/>
            <a:ext cx="1202576"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BE2727"/>
              </a:buClr>
              <a:buSzPts val="6000"/>
              <a:buFont typeface="Montserrat"/>
              <a:buNone/>
              <a:defRPr b="1" sz="6000">
                <a:solidFill>
                  <a:srgbClr val="BE2727"/>
                </a:solidFill>
              </a:defRPr>
            </a:lvl1pPr>
            <a:lvl2pPr indent="-482600" lvl="1" marL="914400" algn="l">
              <a:lnSpc>
                <a:spcPct val="90000"/>
              </a:lnSpc>
              <a:spcBef>
                <a:spcPts val="500"/>
              </a:spcBef>
              <a:spcAft>
                <a:spcPts val="0"/>
              </a:spcAft>
              <a:buClr>
                <a:srgbClr val="BE2727"/>
              </a:buClr>
              <a:buSzPts val="4000"/>
              <a:buChar char="•"/>
              <a:defRPr b="1" sz="4000">
                <a:solidFill>
                  <a:srgbClr val="BE2727"/>
                </a:solidFill>
              </a:defRPr>
            </a:lvl2pPr>
            <a:lvl3pPr indent="-482600" lvl="2" marL="1371600" algn="l">
              <a:lnSpc>
                <a:spcPct val="90000"/>
              </a:lnSpc>
              <a:spcBef>
                <a:spcPts val="500"/>
              </a:spcBef>
              <a:spcAft>
                <a:spcPts val="0"/>
              </a:spcAft>
              <a:buClr>
                <a:srgbClr val="BE2727"/>
              </a:buClr>
              <a:buSzPts val="4000"/>
              <a:buChar char="•"/>
              <a:defRPr b="1" sz="4000">
                <a:solidFill>
                  <a:srgbClr val="BE2727"/>
                </a:solidFill>
              </a:defRPr>
            </a:lvl3pPr>
            <a:lvl4pPr indent="-482600" lvl="3" marL="1828800" algn="l">
              <a:lnSpc>
                <a:spcPct val="90000"/>
              </a:lnSpc>
              <a:spcBef>
                <a:spcPts val="500"/>
              </a:spcBef>
              <a:spcAft>
                <a:spcPts val="0"/>
              </a:spcAft>
              <a:buClr>
                <a:srgbClr val="BE2727"/>
              </a:buClr>
              <a:buSzPts val="4000"/>
              <a:buChar char="•"/>
              <a:defRPr b="1" sz="4000">
                <a:solidFill>
                  <a:srgbClr val="BE2727"/>
                </a:solidFill>
              </a:defRPr>
            </a:lvl4pPr>
            <a:lvl5pPr indent="-482600" lvl="4" marL="2286000" algn="l">
              <a:lnSpc>
                <a:spcPct val="90000"/>
              </a:lnSpc>
              <a:spcBef>
                <a:spcPts val="500"/>
              </a:spcBef>
              <a:spcAft>
                <a:spcPts val="0"/>
              </a:spcAft>
              <a:buClr>
                <a:srgbClr val="BE2727"/>
              </a:buClr>
              <a:buSzPts val="4000"/>
              <a:buChar char="•"/>
              <a:defRPr b="1" sz="4000">
                <a:solidFill>
                  <a:srgbClr val="BE2727"/>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2"/>
          <p:cNvSpPr txBox="1"/>
          <p:nvPr>
            <p:ph idx="8" type="body"/>
          </p:nvPr>
        </p:nvSpPr>
        <p:spPr>
          <a:xfrm>
            <a:off x="8448502" y="4478213"/>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E2727"/>
              </a:buClr>
              <a:buSzPts val="2000"/>
              <a:buFont typeface="Montserrat"/>
              <a:buNone/>
              <a:defRPr b="1" sz="2000">
                <a:solidFill>
                  <a:srgbClr val="BE2727"/>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2"/>
          <p:cNvSpPr txBox="1"/>
          <p:nvPr>
            <p:ph idx="9" type="body"/>
          </p:nvPr>
        </p:nvSpPr>
        <p:spPr>
          <a:xfrm>
            <a:off x="3516283" y="3284445"/>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400"/>
              <a:buFont typeface="Montserrat"/>
              <a:buNone/>
              <a:defRPr sz="1400">
                <a:solidFill>
                  <a:srgbClr val="171616"/>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2"/>
          <p:cNvSpPr txBox="1"/>
          <p:nvPr>
            <p:ph idx="13" type="body"/>
          </p:nvPr>
        </p:nvSpPr>
        <p:spPr>
          <a:xfrm>
            <a:off x="3516283" y="4874231"/>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400"/>
              <a:buFont typeface="Montserrat"/>
              <a:buNone/>
              <a:defRPr sz="1400">
                <a:solidFill>
                  <a:srgbClr val="171616"/>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2"/>
          <p:cNvSpPr txBox="1"/>
          <p:nvPr>
            <p:ph idx="14" type="body"/>
          </p:nvPr>
        </p:nvSpPr>
        <p:spPr>
          <a:xfrm>
            <a:off x="8448501" y="3284444"/>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400"/>
              <a:buFont typeface="Montserrat"/>
              <a:buNone/>
              <a:defRPr sz="1400">
                <a:solidFill>
                  <a:srgbClr val="171616"/>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2"/>
          <p:cNvSpPr txBox="1"/>
          <p:nvPr>
            <p:ph idx="15" type="body"/>
          </p:nvPr>
        </p:nvSpPr>
        <p:spPr>
          <a:xfrm>
            <a:off x="8448500" y="4893727"/>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400"/>
              <a:buFont typeface="Montserrat"/>
              <a:buNone/>
              <a:defRPr sz="1400">
                <a:solidFill>
                  <a:srgbClr val="171616"/>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1" name="Google Shape;31;p32"/>
          <p:cNvPicPr preferRelativeResize="0"/>
          <p:nvPr/>
        </p:nvPicPr>
        <p:blipFill rotWithShape="1">
          <a:blip r:embed="rId2">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38"/>
          <p:cNvSpPr txBox="1"/>
          <p:nvPr>
            <p:ph idx="1" type="body"/>
          </p:nvPr>
        </p:nvSpPr>
        <p:spPr>
          <a:xfrm>
            <a:off x="742507" y="1978428"/>
            <a:ext cx="5181600" cy="4019651"/>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000"/>
              </a:spcBef>
              <a:spcAft>
                <a:spcPts val="0"/>
              </a:spcAft>
              <a:buClr>
                <a:srgbClr val="C00000"/>
              </a:buClr>
              <a:buSzPts val="2560"/>
              <a:buFont typeface="Arial"/>
              <a:buChar char="•"/>
              <a:defRPr sz="1600"/>
            </a:lvl1pPr>
            <a:lvl2pPr indent="-310896" lvl="1" marL="914400" algn="l">
              <a:lnSpc>
                <a:spcPct val="90000"/>
              </a:lnSpc>
              <a:spcBef>
                <a:spcPts val="500"/>
              </a:spcBef>
              <a:spcAft>
                <a:spcPts val="0"/>
              </a:spcAft>
              <a:buClr>
                <a:srgbClr val="C00000"/>
              </a:buClr>
              <a:buSzPts val="1296"/>
              <a:buFont typeface="Arial"/>
              <a:buChar char="•"/>
              <a:defRPr sz="1600"/>
            </a:lvl2pPr>
            <a:lvl3pPr indent="-330200" lvl="2" marL="1371600" algn="l">
              <a:lnSpc>
                <a:spcPct val="90000"/>
              </a:lnSpc>
              <a:spcBef>
                <a:spcPts val="500"/>
              </a:spcBef>
              <a:spcAft>
                <a:spcPts val="0"/>
              </a:spcAft>
              <a:buClr>
                <a:srgbClr val="C00000"/>
              </a:buClr>
              <a:buSzPts val="1600"/>
              <a:buFont typeface="Arial"/>
              <a:buChar char="•"/>
              <a:defRPr sz="1600"/>
            </a:lvl3pPr>
            <a:lvl4pPr indent="-330200" lvl="3" marL="1828800" algn="l">
              <a:lnSpc>
                <a:spcPct val="90000"/>
              </a:lnSpc>
              <a:spcBef>
                <a:spcPts val="500"/>
              </a:spcBef>
              <a:spcAft>
                <a:spcPts val="0"/>
              </a:spcAft>
              <a:buClr>
                <a:srgbClr val="C00000"/>
              </a:buClr>
              <a:buSzPts val="1600"/>
              <a:buFont typeface="Arial"/>
              <a:buChar char="•"/>
              <a:defRPr sz="1600"/>
            </a:lvl4pPr>
            <a:lvl5pPr indent="-330200" lvl="4" marL="2286000" algn="l">
              <a:lnSpc>
                <a:spcPct val="90000"/>
              </a:lnSpc>
              <a:spcBef>
                <a:spcPts val="500"/>
              </a:spcBef>
              <a:spcAft>
                <a:spcPts val="0"/>
              </a:spcAft>
              <a:buClr>
                <a:srgbClr val="C00000"/>
              </a:buClr>
              <a:buSzPts val="1600"/>
              <a:buFont typeface="Arial"/>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4" name="Google Shape;34;p38"/>
          <p:cNvPicPr preferRelativeResize="0"/>
          <p:nvPr/>
        </p:nvPicPr>
        <p:blipFill rotWithShape="1">
          <a:blip r:embed="rId2">
            <a:alphaModFix/>
          </a:blip>
          <a:srcRect b="0" l="0" r="0" t="0"/>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b="0" l="0" r="0" t="0"/>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37" name="Google Shape;37;p38"/>
          <p:cNvSpPr txBox="1"/>
          <p:nvPr>
            <p:ph idx="2" type="body"/>
          </p:nvPr>
        </p:nvSpPr>
        <p:spPr>
          <a:xfrm>
            <a:off x="6267893" y="1978428"/>
            <a:ext cx="5181600" cy="4019652"/>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000"/>
              </a:spcBef>
              <a:spcAft>
                <a:spcPts val="0"/>
              </a:spcAft>
              <a:buClr>
                <a:srgbClr val="C00000"/>
              </a:buClr>
              <a:buSzPts val="2560"/>
              <a:buFont typeface="Arial"/>
              <a:buChar char="•"/>
              <a:defRPr sz="1600"/>
            </a:lvl1pPr>
            <a:lvl2pPr indent="-310896" lvl="1" marL="914400" algn="l">
              <a:lnSpc>
                <a:spcPct val="90000"/>
              </a:lnSpc>
              <a:spcBef>
                <a:spcPts val="500"/>
              </a:spcBef>
              <a:spcAft>
                <a:spcPts val="0"/>
              </a:spcAft>
              <a:buClr>
                <a:srgbClr val="C00000"/>
              </a:buClr>
              <a:buSzPts val="1296"/>
              <a:buFont typeface="Arial"/>
              <a:buChar char="•"/>
              <a:defRPr sz="1600"/>
            </a:lvl2pPr>
            <a:lvl3pPr indent="-330200" lvl="2" marL="1371600" algn="l">
              <a:lnSpc>
                <a:spcPct val="90000"/>
              </a:lnSpc>
              <a:spcBef>
                <a:spcPts val="500"/>
              </a:spcBef>
              <a:spcAft>
                <a:spcPts val="0"/>
              </a:spcAft>
              <a:buClr>
                <a:srgbClr val="C00000"/>
              </a:buClr>
              <a:buSzPts val="1600"/>
              <a:buFont typeface="Arial"/>
              <a:buChar char="•"/>
              <a:defRPr sz="1600"/>
            </a:lvl3pPr>
            <a:lvl4pPr indent="-330200" lvl="3" marL="1828800" algn="l">
              <a:lnSpc>
                <a:spcPct val="90000"/>
              </a:lnSpc>
              <a:spcBef>
                <a:spcPts val="500"/>
              </a:spcBef>
              <a:spcAft>
                <a:spcPts val="0"/>
              </a:spcAft>
              <a:buClr>
                <a:srgbClr val="C00000"/>
              </a:buClr>
              <a:buSzPts val="1600"/>
              <a:buFont typeface="Arial"/>
              <a:buChar char="•"/>
              <a:defRPr sz="1600"/>
            </a:lvl4pPr>
            <a:lvl5pPr indent="-330200" lvl="4" marL="2286000" algn="l">
              <a:lnSpc>
                <a:spcPct val="90000"/>
              </a:lnSpc>
              <a:spcBef>
                <a:spcPts val="500"/>
              </a:spcBef>
              <a:spcAft>
                <a:spcPts val="0"/>
              </a:spcAft>
              <a:buClr>
                <a:srgbClr val="C00000"/>
              </a:buClr>
              <a:buSzPts val="1600"/>
              <a:buFont typeface="Arial"/>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8"/>
          <p:cNvSpPr txBox="1"/>
          <p:nvPr>
            <p:ph type="title"/>
          </p:nvPr>
        </p:nvSpPr>
        <p:spPr>
          <a:xfrm>
            <a:off x="838200" y="509145"/>
            <a:ext cx="8463742" cy="9455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BE2727"/>
              </a:buClr>
              <a:buSzPts val="2800"/>
              <a:buFont typeface="Montserrat ExtraBold"/>
              <a:buNone/>
              <a:defRPr b="1" sz="2800">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9" name="Google Shape;39;p38"/>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0"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b="0" l="0" r="0" t="0"/>
          <a:stretch/>
        </p:blipFill>
        <p:spPr>
          <a:xfrm>
            <a:off x="559185" y="0"/>
            <a:ext cx="2860964" cy="315884"/>
          </a:xfrm>
          <a:prstGeom prst="rect">
            <a:avLst/>
          </a:prstGeom>
          <a:noFill/>
          <a:ln>
            <a:noFill/>
          </a:ln>
        </p:spPr>
      </p:pic>
      <p:sp>
        <p:nvSpPr>
          <p:cNvPr id="42" name="Google Shape;42;p34"/>
          <p:cNvSpPr txBox="1"/>
          <p:nvPr>
            <p:ph type="ctrTitle"/>
          </p:nvPr>
        </p:nvSpPr>
        <p:spPr>
          <a:xfrm>
            <a:off x="1697669" y="3351966"/>
            <a:ext cx="7200000" cy="108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p:txBody>
      </p:sp>
      <p:sp>
        <p:nvSpPr>
          <p:cNvPr id="43" name="Google Shape;43;p34"/>
          <p:cNvSpPr txBox="1"/>
          <p:nvPr>
            <p:ph idx="1" type="subTitle"/>
          </p:nvPr>
        </p:nvSpPr>
        <p:spPr>
          <a:xfrm>
            <a:off x="1697669" y="4071966"/>
            <a:ext cx="5041797" cy="36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p:txBody>
      </p:sp>
      <p:pic>
        <p:nvPicPr>
          <p:cNvPr id="44" name="Google Shape;44;p34"/>
          <p:cNvPicPr preferRelativeResize="0"/>
          <p:nvPr/>
        </p:nvPicPr>
        <p:blipFill rotWithShape="1">
          <a:blip r:embed="rId3">
            <a:alphaModFix/>
          </a:blip>
          <a:srcRect b="0" l="0" r="0" t="0"/>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fmla="val 50000" name="adj"/>
            </a:avLst>
          </a:prstGeom>
          <a:solidFill>
            <a:srgbClr val="BE27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sp>
        <p:nvSpPr>
          <p:cNvPr id="46" name="Google Shape;46;p34"/>
          <p:cNvSpPr txBox="1"/>
          <p:nvPr>
            <p:ph idx="2" type="body"/>
          </p:nvPr>
        </p:nvSpPr>
        <p:spPr>
          <a:xfrm>
            <a:off x="1562203" y="1974293"/>
            <a:ext cx="2978527" cy="1080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C00000"/>
              </a:buClr>
              <a:buSzPts val="9600"/>
              <a:buNone/>
              <a:defRPr b="0" sz="9600">
                <a:solidFill>
                  <a:srgbClr val="C00000"/>
                </a:solidFill>
                <a:latin typeface="Montserrat ExtraBold"/>
                <a:ea typeface="Montserrat ExtraBold"/>
                <a:cs typeface="Montserrat ExtraBold"/>
                <a:sym typeface="Montserrat ExtraBold"/>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47" name="Google Shape;47;p34"/>
          <p:cNvPicPr preferRelativeResize="0"/>
          <p:nvPr/>
        </p:nvPicPr>
        <p:blipFill rotWithShape="1">
          <a:blip r:embed="rId4">
            <a:alphaModFix/>
          </a:blip>
          <a:srcRect b="0" l="0" r="0" t="0"/>
          <a:stretch/>
        </p:blipFill>
        <p:spPr>
          <a:xfrm>
            <a:off x="4855325" y="5268225"/>
            <a:ext cx="2040576" cy="9953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8" name="Shape 48"/>
        <p:cNvGrpSpPr/>
        <p:nvPr/>
      </p:nvGrpSpPr>
      <p:grpSpPr>
        <a:xfrm>
          <a:off x="0" y="0"/>
          <a:ext cx="0" cy="0"/>
          <a:chOff x="0" y="0"/>
          <a:chExt cx="0" cy="0"/>
        </a:xfrm>
      </p:grpSpPr>
      <p:sp>
        <p:nvSpPr>
          <p:cNvPr id="49" name="Google Shape;49;p35"/>
          <p:cNvSpPr txBox="1"/>
          <p:nvPr>
            <p:ph type="title"/>
          </p:nvPr>
        </p:nvSpPr>
        <p:spPr>
          <a:xfrm>
            <a:off x="1974966" y="2521987"/>
            <a:ext cx="8076353"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C00000"/>
              </a:buClr>
              <a:buSzPts val="6000"/>
              <a:buFont typeface="Montserrat Black"/>
              <a:buNone/>
              <a:defRPr b="1" sz="6000">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0" name="Google Shape;50;p35"/>
          <p:cNvPicPr preferRelativeResize="0"/>
          <p:nvPr/>
        </p:nvPicPr>
        <p:blipFill rotWithShape="1">
          <a:blip r:embed="rId2">
            <a:alphaModFix/>
          </a:blip>
          <a:srcRect b="0" l="0" r="0" t="0"/>
          <a:stretch/>
        </p:blipFill>
        <p:spPr>
          <a:xfrm>
            <a:off x="559185" y="0"/>
            <a:ext cx="2860964" cy="315884"/>
          </a:xfrm>
          <a:prstGeom prst="rect">
            <a:avLst/>
          </a:prstGeom>
          <a:noFill/>
          <a:ln>
            <a:noFill/>
          </a:ln>
        </p:spPr>
      </p:pic>
      <p:sp>
        <p:nvSpPr>
          <p:cNvPr id="51" name="Google Shape;51;p35"/>
          <p:cNvSpPr txBox="1"/>
          <p:nvPr>
            <p:ph idx="1" type="body"/>
          </p:nvPr>
        </p:nvSpPr>
        <p:spPr>
          <a:xfrm>
            <a:off x="1989667" y="3847550"/>
            <a:ext cx="8076353" cy="3811588"/>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3F3F3F"/>
              </a:buClr>
              <a:buSzPts val="3200"/>
              <a:buNone/>
              <a:defRPr sz="3200">
                <a:solidFill>
                  <a:srgbClr val="3F3F3F"/>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35"/>
          <p:cNvSpPr/>
          <p:nvPr/>
        </p:nvSpPr>
        <p:spPr>
          <a:xfrm rot="10800000">
            <a:off x="5289935" y="1559948"/>
            <a:ext cx="1446414" cy="831272"/>
          </a:xfrm>
          <a:prstGeom prst="triangle">
            <a:avLst>
              <a:gd fmla="val 50000" name="adj"/>
            </a:avLst>
          </a:prstGeom>
          <a:solidFill>
            <a:srgbClr val="BE27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pic>
        <p:nvPicPr>
          <p:cNvPr id="53" name="Google Shape;53;p35"/>
          <p:cNvPicPr preferRelativeResize="0"/>
          <p:nvPr/>
        </p:nvPicPr>
        <p:blipFill rotWithShape="1">
          <a:blip r:embed="rId3">
            <a:alphaModFix/>
          </a:blip>
          <a:srcRect b="0" l="0" r="0" t="0"/>
          <a:stretch/>
        </p:blipFill>
        <p:spPr>
          <a:xfrm>
            <a:off x="5142013" y="5255650"/>
            <a:ext cx="2040576" cy="9953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4"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b="0" l="0" r="0" t="0"/>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b="0" l="0" r="0" t="0"/>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58" name="Google Shape;58;p36"/>
          <p:cNvSpPr txBox="1"/>
          <p:nvPr>
            <p:ph type="title"/>
          </p:nvPr>
        </p:nvSpPr>
        <p:spPr>
          <a:xfrm>
            <a:off x="838200" y="509145"/>
            <a:ext cx="8463742" cy="9455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BE2727"/>
              </a:buClr>
              <a:buSzPts val="2800"/>
              <a:buFont typeface="Montserrat ExtraBold"/>
              <a:buNone/>
              <a:defRPr b="1" sz="2800">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9" name="Google Shape;59;p36"/>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p:cSld name="2_Content with Caption">
    <p:spTree>
      <p:nvGrpSpPr>
        <p:cNvPr id="60" name="Shape 60"/>
        <p:cNvGrpSpPr/>
        <p:nvPr/>
      </p:nvGrpSpPr>
      <p:grpSpPr>
        <a:xfrm>
          <a:off x="0" y="0"/>
          <a:ext cx="0" cy="0"/>
          <a:chOff x="0" y="0"/>
          <a:chExt cx="0" cy="0"/>
        </a:xfrm>
      </p:grpSpPr>
      <p:sp>
        <p:nvSpPr>
          <p:cNvPr id="61" name="Google Shape;61;p37"/>
          <p:cNvSpPr txBox="1"/>
          <p:nvPr>
            <p:ph idx="1" type="body"/>
          </p:nvPr>
        </p:nvSpPr>
        <p:spPr>
          <a:xfrm>
            <a:off x="3818313" y="3901864"/>
            <a:ext cx="4555374" cy="21696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200"/>
              <a:buNone/>
              <a:defRPr sz="1200">
                <a:solidFill>
                  <a:srgbClr val="7F7F7F"/>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62" name="Google Shape;62;p37"/>
          <p:cNvPicPr preferRelativeResize="0"/>
          <p:nvPr/>
        </p:nvPicPr>
        <p:blipFill rotWithShape="1">
          <a:blip r:embed="rId2">
            <a:alphaModFix/>
          </a:blip>
          <a:srcRect b="0" l="0" r="0" t="0"/>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b="0" l="0" r="0" t="0"/>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65" name="Google Shape;65;p37"/>
          <p:cNvSpPr txBox="1"/>
          <p:nvPr>
            <p:ph idx="2" type="body"/>
          </p:nvPr>
        </p:nvSpPr>
        <p:spPr>
          <a:xfrm>
            <a:off x="803764" y="834017"/>
            <a:ext cx="2978527" cy="203089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C00000"/>
              </a:buClr>
              <a:buSzPts val="3200"/>
              <a:buNone/>
              <a:defRPr b="0" sz="3200">
                <a:solidFill>
                  <a:srgbClr val="C00000"/>
                </a:solidFill>
                <a:latin typeface="Montserrat ExtraBold"/>
                <a:ea typeface="Montserrat ExtraBold"/>
                <a:cs typeface="Montserrat ExtraBold"/>
                <a:sym typeface="Montserrat ExtraBold"/>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66" name="Google Shape;66;p37"/>
          <p:cNvPicPr preferRelativeResize="0"/>
          <p:nvPr/>
        </p:nvPicPr>
        <p:blipFill rotWithShape="1">
          <a:blip r:embed="rId2">
            <a:alphaModFix/>
          </a:blip>
          <a:srcRect b="0" l="0" r="0" t="0"/>
          <a:stretch/>
        </p:blipFill>
        <p:spPr>
          <a:xfrm flipH="1" rot="10800000">
            <a:off x="838200" y="3858704"/>
            <a:ext cx="2860964" cy="45719"/>
          </a:xfrm>
          <a:prstGeom prst="rect">
            <a:avLst/>
          </a:prstGeom>
          <a:noFill/>
          <a:ln>
            <a:noFill/>
          </a:ln>
        </p:spPr>
      </p:pic>
      <p:pic>
        <p:nvPicPr>
          <p:cNvPr id="67" name="Google Shape;67;p37"/>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spTree>
      <p:nvGrpSpPr>
        <p:cNvPr id="68" name="Shape 68"/>
        <p:cNvGrpSpPr/>
        <p:nvPr/>
      </p:nvGrpSpPr>
      <p:grpSpPr>
        <a:xfrm>
          <a:off x="0" y="0"/>
          <a:ext cx="0" cy="0"/>
          <a:chOff x="0" y="0"/>
          <a:chExt cx="0" cy="0"/>
        </a:xfrm>
      </p:grpSpPr>
      <p:sp>
        <p:nvSpPr>
          <p:cNvPr id="69" name="Google Shape;69;p39"/>
          <p:cNvSpPr txBox="1"/>
          <p:nvPr>
            <p:ph idx="1" type="body"/>
          </p:nvPr>
        </p:nvSpPr>
        <p:spPr>
          <a:xfrm>
            <a:off x="746918" y="3882043"/>
            <a:ext cx="3816769" cy="21696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600"/>
              <a:buNone/>
              <a:defRPr sz="1600">
                <a:solidFill>
                  <a:srgbClr val="7F7F7F"/>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70" name="Google Shape;70;p39"/>
          <p:cNvPicPr preferRelativeResize="0"/>
          <p:nvPr/>
        </p:nvPicPr>
        <p:blipFill rotWithShape="1">
          <a:blip r:embed="rId2">
            <a:alphaModFix/>
          </a:blip>
          <a:srcRect b="0" l="0" r="0" t="0"/>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b="0" l="0" r="0" t="0"/>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73" name="Google Shape;73;p39"/>
          <p:cNvSpPr txBox="1"/>
          <p:nvPr>
            <p:ph idx="2" type="body"/>
          </p:nvPr>
        </p:nvSpPr>
        <p:spPr>
          <a:xfrm>
            <a:off x="803764" y="834017"/>
            <a:ext cx="2978527" cy="203089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C00000"/>
              </a:buClr>
              <a:buSzPts val="2800"/>
              <a:buNone/>
              <a:defRPr b="0" sz="2800">
                <a:solidFill>
                  <a:srgbClr val="C00000"/>
                </a:solidFill>
                <a:latin typeface="Montserrat ExtraBold"/>
                <a:ea typeface="Montserrat ExtraBold"/>
                <a:cs typeface="Montserrat ExtraBold"/>
                <a:sym typeface="Montserrat ExtraBold"/>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74" name="Google Shape;74;p39"/>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75"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b="0" l="0" r="0" t="0"/>
          <a:stretch/>
        </p:blipFill>
        <p:spPr>
          <a:xfrm>
            <a:off x="0" y="-59085"/>
            <a:ext cx="12534822" cy="6959104"/>
          </a:xfrm>
          <a:prstGeom prst="rect">
            <a:avLst/>
          </a:prstGeom>
          <a:noFill/>
          <a:ln>
            <a:noFill/>
          </a:ln>
        </p:spPr>
      </p:pic>
      <p:sp>
        <p:nvSpPr>
          <p:cNvPr id="77" name="Google Shape;77;p40"/>
          <p:cNvSpPr txBox="1"/>
          <p:nvPr>
            <p:ph type="ctrTitle"/>
          </p:nvPr>
        </p:nvSpPr>
        <p:spPr>
          <a:xfrm>
            <a:off x="2594340" y="3145331"/>
            <a:ext cx="7558961" cy="151558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0"/>
          <p:cNvSpPr txBox="1"/>
          <p:nvPr>
            <p:ph idx="1" type="subTitle"/>
          </p:nvPr>
        </p:nvSpPr>
        <p:spPr>
          <a:xfrm>
            <a:off x="2594340" y="4372481"/>
            <a:ext cx="7558961" cy="130083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79" name="Google Shape;79;p40"/>
          <p:cNvPicPr preferRelativeResize="0"/>
          <p:nvPr/>
        </p:nvPicPr>
        <p:blipFill rotWithShape="1">
          <a:blip r:embed="rId3">
            <a:alphaModFix/>
          </a:blip>
          <a:srcRect b="0" l="0" r="0" t="0"/>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b="0" l="0" r="0" t="0"/>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b="0" l="0" r="0" t="0"/>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2"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b="0" l="0" r="0" t="0"/>
          <a:stretch/>
        </p:blipFill>
        <p:spPr>
          <a:xfrm>
            <a:off x="-211667" y="-83672"/>
            <a:ext cx="12640676" cy="7017872"/>
          </a:xfrm>
          <a:prstGeom prst="rect">
            <a:avLst/>
          </a:prstGeom>
          <a:noFill/>
          <a:ln>
            <a:noFill/>
          </a:ln>
        </p:spPr>
      </p:pic>
      <p:sp>
        <p:nvSpPr>
          <p:cNvPr id="84" name="Google Shape;84;p30"/>
          <p:cNvSpPr txBox="1"/>
          <p:nvPr>
            <p:ph type="ctrTitle"/>
          </p:nvPr>
        </p:nvSpPr>
        <p:spPr>
          <a:xfrm>
            <a:off x="279991" y="3969209"/>
            <a:ext cx="9144000" cy="14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0"/>
          <p:cNvSpPr txBox="1"/>
          <p:nvPr>
            <p:ph idx="1" type="subTitle"/>
          </p:nvPr>
        </p:nvSpPr>
        <p:spPr>
          <a:xfrm>
            <a:off x="279991" y="5433627"/>
            <a:ext cx="9144000"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86" name="Google Shape;86;p30"/>
          <p:cNvPicPr preferRelativeResize="0"/>
          <p:nvPr/>
        </p:nvPicPr>
        <p:blipFill rotWithShape="1">
          <a:blip r:embed="rId3">
            <a:alphaModFix/>
          </a:blip>
          <a:srcRect b="0" l="0" r="0" t="0"/>
          <a:stretch/>
        </p:blipFill>
        <p:spPr>
          <a:xfrm>
            <a:off x="9242381" y="-123349"/>
            <a:ext cx="7133810" cy="7097226"/>
          </a:xfrm>
          <a:prstGeom prst="rect">
            <a:avLst/>
          </a:prstGeom>
          <a:noFill/>
          <a:ln>
            <a:noFill/>
          </a:ln>
        </p:spPr>
      </p:pic>
      <p:pic>
        <p:nvPicPr>
          <p:cNvPr id="87" name="Google Shape;87;p30"/>
          <p:cNvPicPr preferRelativeResize="0"/>
          <p:nvPr/>
        </p:nvPicPr>
        <p:blipFill rotWithShape="1">
          <a:blip r:embed="rId4">
            <a:alphaModFix/>
          </a:blip>
          <a:srcRect b="0" l="0" r="0" t="0"/>
          <a:stretch/>
        </p:blipFill>
        <p:spPr>
          <a:xfrm>
            <a:off x="280000" y="322051"/>
            <a:ext cx="3225201" cy="15732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88"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b="0" l="0" r="0" t="0"/>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pic>
        <p:nvPicPr>
          <p:cNvPr id="91" name="Google Shape;91;p41"/>
          <p:cNvPicPr preferRelativeResize="0"/>
          <p:nvPr/>
        </p:nvPicPr>
        <p:blipFill rotWithShape="1">
          <a:blip r:embed="rId3">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2"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93"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b="0" l="0" r="0" t="0"/>
          <a:stretch/>
        </p:blipFill>
        <p:spPr>
          <a:xfrm>
            <a:off x="0" y="-59085"/>
            <a:ext cx="12534822" cy="6959104"/>
          </a:xfrm>
          <a:prstGeom prst="rect">
            <a:avLst/>
          </a:prstGeom>
          <a:noFill/>
          <a:ln>
            <a:noFill/>
          </a:ln>
        </p:spPr>
      </p:pic>
      <p:sp>
        <p:nvSpPr>
          <p:cNvPr id="95" name="Google Shape;95;p31"/>
          <p:cNvSpPr txBox="1"/>
          <p:nvPr>
            <p:ph type="ctrTitle"/>
          </p:nvPr>
        </p:nvSpPr>
        <p:spPr>
          <a:xfrm>
            <a:off x="2594340" y="3145331"/>
            <a:ext cx="7558961" cy="151558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1"/>
          <p:cNvSpPr txBox="1"/>
          <p:nvPr>
            <p:ph idx="1" type="subTitle"/>
          </p:nvPr>
        </p:nvSpPr>
        <p:spPr>
          <a:xfrm>
            <a:off x="2594340" y="4372481"/>
            <a:ext cx="7558961" cy="130083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97" name="Google Shape;97;p31"/>
          <p:cNvPicPr preferRelativeResize="0"/>
          <p:nvPr/>
        </p:nvPicPr>
        <p:blipFill rotWithShape="1">
          <a:blip r:embed="rId3">
            <a:alphaModFix/>
          </a:blip>
          <a:srcRect b="0" l="0" r="0" t="0"/>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b="0" l="0" r="0" t="0"/>
          <a:stretch/>
        </p:blipFill>
        <p:spPr>
          <a:xfrm>
            <a:off x="-2241803" y="1422897"/>
            <a:ext cx="4280502" cy="4258551"/>
          </a:xfrm>
          <a:prstGeom prst="rect">
            <a:avLst/>
          </a:prstGeom>
          <a:noFill/>
          <a:ln>
            <a:noFill/>
          </a:ln>
        </p:spPr>
      </p:pic>
      <p:pic>
        <p:nvPicPr>
          <p:cNvPr id="99" name="Google Shape;99;p31"/>
          <p:cNvPicPr preferRelativeResize="0"/>
          <p:nvPr/>
        </p:nvPicPr>
        <p:blipFill rotWithShape="1">
          <a:blip r:embed="rId4">
            <a:alphaModFix/>
          </a:blip>
          <a:srcRect b="0" l="0" r="0" t="0"/>
          <a:stretch/>
        </p:blipFill>
        <p:spPr>
          <a:xfrm>
            <a:off x="5210423" y="2015275"/>
            <a:ext cx="2012426" cy="981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00"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b="0" l="0" r="0" t="0"/>
          <a:stretch/>
        </p:blipFill>
        <p:spPr>
          <a:xfrm>
            <a:off x="-160713" y="0"/>
            <a:ext cx="12352713" cy="6858000"/>
          </a:xfrm>
          <a:prstGeom prst="rect">
            <a:avLst/>
          </a:prstGeom>
          <a:noFill/>
          <a:ln>
            <a:noFill/>
          </a:ln>
        </p:spPr>
      </p:pic>
      <p:sp>
        <p:nvSpPr>
          <p:cNvPr id="102" name="Google Shape;102;p33"/>
          <p:cNvSpPr txBox="1"/>
          <p:nvPr>
            <p:ph type="title"/>
          </p:nvPr>
        </p:nvSpPr>
        <p:spPr>
          <a:xfrm rot="5400000">
            <a:off x="-1225840" y="973773"/>
            <a:ext cx="4164099" cy="18454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Montserrat Black"/>
              <a:buNone/>
              <a:defRPr b="1" sz="60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33"/>
          <p:cNvSpPr txBox="1"/>
          <p:nvPr>
            <p:ph idx="1" type="body"/>
          </p:nvPr>
        </p:nvSpPr>
        <p:spPr>
          <a:xfrm>
            <a:off x="2394064" y="2759840"/>
            <a:ext cx="1122220"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6000"/>
              <a:buFont typeface="Montserrat"/>
              <a:buNone/>
              <a:defRPr b="1" sz="6000">
                <a:solidFill>
                  <a:schemeClr val="lt1"/>
                </a:solidFill>
              </a:defRPr>
            </a:lvl1pPr>
            <a:lvl2pPr indent="-482600" lvl="1" marL="914400" algn="l">
              <a:lnSpc>
                <a:spcPct val="90000"/>
              </a:lnSpc>
              <a:spcBef>
                <a:spcPts val="500"/>
              </a:spcBef>
              <a:spcAft>
                <a:spcPts val="0"/>
              </a:spcAft>
              <a:buClr>
                <a:schemeClr val="lt1"/>
              </a:buClr>
              <a:buSzPts val="4000"/>
              <a:buChar char="•"/>
              <a:defRPr b="1" sz="4000">
                <a:solidFill>
                  <a:schemeClr val="lt1"/>
                </a:solidFill>
              </a:defRPr>
            </a:lvl2pPr>
            <a:lvl3pPr indent="-482600" lvl="2" marL="1371600" algn="l">
              <a:lnSpc>
                <a:spcPct val="90000"/>
              </a:lnSpc>
              <a:spcBef>
                <a:spcPts val="500"/>
              </a:spcBef>
              <a:spcAft>
                <a:spcPts val="0"/>
              </a:spcAft>
              <a:buClr>
                <a:schemeClr val="lt1"/>
              </a:buClr>
              <a:buSzPts val="4000"/>
              <a:buChar char="•"/>
              <a:defRPr b="1" sz="4000">
                <a:solidFill>
                  <a:schemeClr val="lt1"/>
                </a:solidFill>
              </a:defRPr>
            </a:lvl3pPr>
            <a:lvl4pPr indent="-482600" lvl="3" marL="1828800" algn="l">
              <a:lnSpc>
                <a:spcPct val="90000"/>
              </a:lnSpc>
              <a:spcBef>
                <a:spcPts val="500"/>
              </a:spcBef>
              <a:spcAft>
                <a:spcPts val="0"/>
              </a:spcAft>
              <a:buClr>
                <a:schemeClr val="lt1"/>
              </a:buClr>
              <a:buSzPts val="4000"/>
              <a:buChar char="•"/>
              <a:defRPr b="1" sz="4000">
                <a:solidFill>
                  <a:schemeClr val="lt1"/>
                </a:solidFill>
              </a:defRPr>
            </a:lvl4pPr>
            <a:lvl5pPr indent="-482600" lvl="4" marL="2286000" algn="l">
              <a:lnSpc>
                <a:spcPct val="90000"/>
              </a:lnSpc>
              <a:spcBef>
                <a:spcPts val="500"/>
              </a:spcBef>
              <a:spcAft>
                <a:spcPts val="0"/>
              </a:spcAft>
              <a:buClr>
                <a:schemeClr val="lt1"/>
              </a:buClr>
              <a:buSzPts val="4000"/>
              <a:buChar char="•"/>
              <a:defRPr b="1" sz="40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3"/>
          <p:cNvSpPr txBox="1"/>
          <p:nvPr>
            <p:ph idx="2" type="body"/>
          </p:nvPr>
        </p:nvSpPr>
        <p:spPr>
          <a:xfrm>
            <a:off x="3516284" y="2888427"/>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Montserrat"/>
              <a:buNone/>
              <a:defRPr b="1" sz="20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33"/>
          <p:cNvSpPr txBox="1"/>
          <p:nvPr>
            <p:ph idx="3" type="body"/>
          </p:nvPr>
        </p:nvSpPr>
        <p:spPr>
          <a:xfrm>
            <a:off x="2310942" y="4349625"/>
            <a:ext cx="1205342"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6000"/>
              <a:buFont typeface="Montserrat"/>
              <a:buNone/>
              <a:defRPr b="1" sz="6000">
                <a:solidFill>
                  <a:schemeClr val="lt1"/>
                </a:solidFill>
              </a:defRPr>
            </a:lvl1pPr>
            <a:lvl2pPr indent="-482600" lvl="1" marL="914400" algn="l">
              <a:lnSpc>
                <a:spcPct val="90000"/>
              </a:lnSpc>
              <a:spcBef>
                <a:spcPts val="500"/>
              </a:spcBef>
              <a:spcAft>
                <a:spcPts val="0"/>
              </a:spcAft>
              <a:buClr>
                <a:schemeClr val="lt1"/>
              </a:buClr>
              <a:buSzPts val="4000"/>
              <a:buChar char="•"/>
              <a:defRPr b="1" sz="4000">
                <a:solidFill>
                  <a:schemeClr val="lt1"/>
                </a:solidFill>
              </a:defRPr>
            </a:lvl2pPr>
            <a:lvl3pPr indent="-482600" lvl="2" marL="1371600" algn="l">
              <a:lnSpc>
                <a:spcPct val="90000"/>
              </a:lnSpc>
              <a:spcBef>
                <a:spcPts val="500"/>
              </a:spcBef>
              <a:spcAft>
                <a:spcPts val="0"/>
              </a:spcAft>
              <a:buClr>
                <a:schemeClr val="lt1"/>
              </a:buClr>
              <a:buSzPts val="4000"/>
              <a:buChar char="•"/>
              <a:defRPr b="1" sz="4000">
                <a:solidFill>
                  <a:schemeClr val="lt1"/>
                </a:solidFill>
              </a:defRPr>
            </a:lvl3pPr>
            <a:lvl4pPr indent="-482600" lvl="3" marL="1828800" algn="l">
              <a:lnSpc>
                <a:spcPct val="90000"/>
              </a:lnSpc>
              <a:spcBef>
                <a:spcPts val="500"/>
              </a:spcBef>
              <a:spcAft>
                <a:spcPts val="0"/>
              </a:spcAft>
              <a:buClr>
                <a:schemeClr val="lt1"/>
              </a:buClr>
              <a:buSzPts val="4000"/>
              <a:buChar char="•"/>
              <a:defRPr b="1" sz="4000">
                <a:solidFill>
                  <a:schemeClr val="lt1"/>
                </a:solidFill>
              </a:defRPr>
            </a:lvl4pPr>
            <a:lvl5pPr indent="-482600" lvl="4" marL="2286000" algn="l">
              <a:lnSpc>
                <a:spcPct val="90000"/>
              </a:lnSpc>
              <a:spcBef>
                <a:spcPts val="500"/>
              </a:spcBef>
              <a:spcAft>
                <a:spcPts val="0"/>
              </a:spcAft>
              <a:buClr>
                <a:schemeClr val="lt1"/>
              </a:buClr>
              <a:buSzPts val="4000"/>
              <a:buChar char="•"/>
              <a:defRPr b="1" sz="40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33"/>
          <p:cNvSpPr txBox="1"/>
          <p:nvPr>
            <p:ph idx="4" type="body"/>
          </p:nvPr>
        </p:nvSpPr>
        <p:spPr>
          <a:xfrm>
            <a:off x="3516284" y="4478213"/>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Montserrat"/>
              <a:buNone/>
              <a:defRPr b="1" sz="20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33"/>
          <p:cNvSpPr txBox="1"/>
          <p:nvPr>
            <p:ph idx="5" type="body"/>
          </p:nvPr>
        </p:nvSpPr>
        <p:spPr>
          <a:xfrm>
            <a:off x="7245926" y="2759840"/>
            <a:ext cx="1202576"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6000"/>
              <a:buFont typeface="Montserrat"/>
              <a:buNone/>
              <a:defRPr b="1" sz="6000">
                <a:solidFill>
                  <a:schemeClr val="lt1"/>
                </a:solidFill>
              </a:defRPr>
            </a:lvl1pPr>
            <a:lvl2pPr indent="-482600" lvl="1" marL="914400" algn="l">
              <a:lnSpc>
                <a:spcPct val="90000"/>
              </a:lnSpc>
              <a:spcBef>
                <a:spcPts val="500"/>
              </a:spcBef>
              <a:spcAft>
                <a:spcPts val="0"/>
              </a:spcAft>
              <a:buClr>
                <a:schemeClr val="lt1"/>
              </a:buClr>
              <a:buSzPts val="4000"/>
              <a:buChar char="•"/>
              <a:defRPr b="1" sz="4000">
                <a:solidFill>
                  <a:schemeClr val="lt1"/>
                </a:solidFill>
              </a:defRPr>
            </a:lvl2pPr>
            <a:lvl3pPr indent="-482600" lvl="2" marL="1371600" algn="l">
              <a:lnSpc>
                <a:spcPct val="90000"/>
              </a:lnSpc>
              <a:spcBef>
                <a:spcPts val="500"/>
              </a:spcBef>
              <a:spcAft>
                <a:spcPts val="0"/>
              </a:spcAft>
              <a:buClr>
                <a:schemeClr val="lt1"/>
              </a:buClr>
              <a:buSzPts val="4000"/>
              <a:buChar char="•"/>
              <a:defRPr b="1" sz="4000">
                <a:solidFill>
                  <a:schemeClr val="lt1"/>
                </a:solidFill>
              </a:defRPr>
            </a:lvl3pPr>
            <a:lvl4pPr indent="-482600" lvl="3" marL="1828800" algn="l">
              <a:lnSpc>
                <a:spcPct val="90000"/>
              </a:lnSpc>
              <a:spcBef>
                <a:spcPts val="500"/>
              </a:spcBef>
              <a:spcAft>
                <a:spcPts val="0"/>
              </a:spcAft>
              <a:buClr>
                <a:schemeClr val="lt1"/>
              </a:buClr>
              <a:buSzPts val="4000"/>
              <a:buChar char="•"/>
              <a:defRPr b="1" sz="4000">
                <a:solidFill>
                  <a:schemeClr val="lt1"/>
                </a:solidFill>
              </a:defRPr>
            </a:lvl4pPr>
            <a:lvl5pPr indent="-482600" lvl="4" marL="2286000" algn="l">
              <a:lnSpc>
                <a:spcPct val="90000"/>
              </a:lnSpc>
              <a:spcBef>
                <a:spcPts val="500"/>
              </a:spcBef>
              <a:spcAft>
                <a:spcPts val="0"/>
              </a:spcAft>
              <a:buClr>
                <a:schemeClr val="lt1"/>
              </a:buClr>
              <a:buSzPts val="4000"/>
              <a:buChar char="•"/>
              <a:defRPr b="1" sz="40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3"/>
          <p:cNvSpPr txBox="1"/>
          <p:nvPr>
            <p:ph idx="6" type="body"/>
          </p:nvPr>
        </p:nvSpPr>
        <p:spPr>
          <a:xfrm>
            <a:off x="8448502" y="2888427"/>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Montserrat"/>
              <a:buNone/>
              <a:defRPr b="1" sz="20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3"/>
          <p:cNvSpPr txBox="1"/>
          <p:nvPr>
            <p:ph idx="7" type="body"/>
          </p:nvPr>
        </p:nvSpPr>
        <p:spPr>
          <a:xfrm>
            <a:off x="7245926" y="4349625"/>
            <a:ext cx="1202576" cy="1138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6000"/>
              <a:buFont typeface="Montserrat"/>
              <a:buNone/>
              <a:defRPr b="1" sz="6000">
                <a:solidFill>
                  <a:schemeClr val="lt1"/>
                </a:solidFill>
              </a:defRPr>
            </a:lvl1pPr>
            <a:lvl2pPr indent="-482600" lvl="1" marL="914400" algn="l">
              <a:lnSpc>
                <a:spcPct val="90000"/>
              </a:lnSpc>
              <a:spcBef>
                <a:spcPts val="500"/>
              </a:spcBef>
              <a:spcAft>
                <a:spcPts val="0"/>
              </a:spcAft>
              <a:buClr>
                <a:schemeClr val="lt1"/>
              </a:buClr>
              <a:buSzPts val="4000"/>
              <a:buChar char="•"/>
              <a:defRPr b="1" sz="4000">
                <a:solidFill>
                  <a:schemeClr val="lt1"/>
                </a:solidFill>
              </a:defRPr>
            </a:lvl2pPr>
            <a:lvl3pPr indent="-482600" lvl="2" marL="1371600" algn="l">
              <a:lnSpc>
                <a:spcPct val="90000"/>
              </a:lnSpc>
              <a:spcBef>
                <a:spcPts val="500"/>
              </a:spcBef>
              <a:spcAft>
                <a:spcPts val="0"/>
              </a:spcAft>
              <a:buClr>
                <a:schemeClr val="lt1"/>
              </a:buClr>
              <a:buSzPts val="4000"/>
              <a:buChar char="•"/>
              <a:defRPr b="1" sz="4000">
                <a:solidFill>
                  <a:schemeClr val="lt1"/>
                </a:solidFill>
              </a:defRPr>
            </a:lvl3pPr>
            <a:lvl4pPr indent="-482600" lvl="3" marL="1828800" algn="l">
              <a:lnSpc>
                <a:spcPct val="90000"/>
              </a:lnSpc>
              <a:spcBef>
                <a:spcPts val="500"/>
              </a:spcBef>
              <a:spcAft>
                <a:spcPts val="0"/>
              </a:spcAft>
              <a:buClr>
                <a:schemeClr val="lt1"/>
              </a:buClr>
              <a:buSzPts val="4000"/>
              <a:buChar char="•"/>
              <a:defRPr b="1" sz="4000">
                <a:solidFill>
                  <a:schemeClr val="lt1"/>
                </a:solidFill>
              </a:defRPr>
            </a:lvl4pPr>
            <a:lvl5pPr indent="-482600" lvl="4" marL="2286000" algn="l">
              <a:lnSpc>
                <a:spcPct val="90000"/>
              </a:lnSpc>
              <a:spcBef>
                <a:spcPts val="500"/>
              </a:spcBef>
              <a:spcAft>
                <a:spcPts val="0"/>
              </a:spcAft>
              <a:buClr>
                <a:schemeClr val="lt1"/>
              </a:buClr>
              <a:buSzPts val="4000"/>
              <a:buChar char="•"/>
              <a:defRPr b="1" sz="40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33"/>
          <p:cNvSpPr txBox="1"/>
          <p:nvPr>
            <p:ph idx="8" type="body"/>
          </p:nvPr>
        </p:nvSpPr>
        <p:spPr>
          <a:xfrm>
            <a:off x="8448502" y="4478213"/>
            <a:ext cx="2733675" cy="557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Font typeface="Montserrat"/>
              <a:buNone/>
              <a:defRPr b="1" sz="20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33"/>
          <p:cNvSpPr txBox="1"/>
          <p:nvPr>
            <p:ph idx="9" type="body"/>
          </p:nvPr>
        </p:nvSpPr>
        <p:spPr>
          <a:xfrm>
            <a:off x="3516283" y="3284445"/>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Font typeface="Montserrat"/>
              <a:buNone/>
              <a:defRPr sz="14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3"/>
          <p:cNvSpPr txBox="1"/>
          <p:nvPr>
            <p:ph idx="13" type="body"/>
          </p:nvPr>
        </p:nvSpPr>
        <p:spPr>
          <a:xfrm>
            <a:off x="3516283" y="4874231"/>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Font typeface="Montserrat"/>
              <a:buNone/>
              <a:defRPr sz="14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33"/>
          <p:cNvSpPr txBox="1"/>
          <p:nvPr>
            <p:ph idx="14" type="body"/>
          </p:nvPr>
        </p:nvSpPr>
        <p:spPr>
          <a:xfrm>
            <a:off x="8448501" y="3284444"/>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Font typeface="Montserrat"/>
              <a:buNone/>
              <a:defRPr sz="14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33"/>
          <p:cNvSpPr txBox="1"/>
          <p:nvPr>
            <p:ph idx="15" type="body"/>
          </p:nvPr>
        </p:nvSpPr>
        <p:spPr>
          <a:xfrm>
            <a:off x="8448500" y="4893727"/>
            <a:ext cx="2733675" cy="54057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Font typeface="Montserrat"/>
              <a:buNone/>
              <a:defRPr sz="14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6" name="Google Shape;116;p33"/>
          <p:cNvPicPr preferRelativeResize="0"/>
          <p:nvPr/>
        </p:nvPicPr>
        <p:blipFill rotWithShape="1">
          <a:blip r:embed="rId3">
            <a:alphaModFix/>
          </a:blip>
          <a:srcRect b="0" l="0" r="0" t="0"/>
          <a:stretch/>
        </p:blipFill>
        <p:spPr>
          <a:xfrm>
            <a:off x="9955475" y="328227"/>
            <a:ext cx="1809802" cy="88277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7" name="Shape 117"/>
        <p:cNvGrpSpPr/>
        <p:nvPr/>
      </p:nvGrpSpPr>
      <p:grpSpPr>
        <a:xfrm>
          <a:off x="0" y="0"/>
          <a:ext cx="0" cy="0"/>
          <a:chOff x="0" y="0"/>
          <a:chExt cx="0" cy="0"/>
        </a:xfrm>
      </p:grpSpPr>
      <p:sp>
        <p:nvSpPr>
          <p:cNvPr id="118" name="Google Shape;118;p45"/>
          <p:cNvSpPr txBox="1"/>
          <p:nvPr>
            <p:ph type="title"/>
          </p:nvPr>
        </p:nvSpPr>
        <p:spPr>
          <a:xfrm>
            <a:off x="838200" y="509145"/>
            <a:ext cx="8463742" cy="9455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BE2727"/>
              </a:buClr>
              <a:buSzPts val="2800"/>
              <a:buFont typeface="Montserrat ExtraBold"/>
              <a:buNone/>
              <a:defRPr b="1" sz="2800">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19" name="Google Shape;119;p45"/>
          <p:cNvPicPr preferRelativeResize="0"/>
          <p:nvPr/>
        </p:nvPicPr>
        <p:blipFill rotWithShape="1">
          <a:blip r:embed="rId2">
            <a:alphaModFix/>
          </a:blip>
          <a:srcRect b="0" l="0" r="0" t="0"/>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b="0" l="0" r="0" t="0"/>
          <a:stretch/>
        </p:blipFill>
        <p:spPr>
          <a:xfrm>
            <a:off x="838200" y="0"/>
            <a:ext cx="2860964" cy="315884"/>
          </a:xfrm>
          <a:prstGeom prst="rect">
            <a:avLst/>
          </a:prstGeom>
          <a:noFill/>
          <a:ln>
            <a:noFill/>
          </a:ln>
        </p:spPr>
      </p:pic>
      <p:sp>
        <p:nvSpPr>
          <p:cNvPr id="121" name="Google Shape;121;p45"/>
          <p:cNvSpPr txBox="1"/>
          <p:nvPr>
            <p:ph idx="12" type="sldNum"/>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45"/>
          <p:cNvSpPr txBox="1"/>
          <p:nvPr>
            <p:ph idx="1" type="body"/>
          </p:nvPr>
        </p:nvSpPr>
        <p:spPr>
          <a:xfrm>
            <a:off x="838200" y="1680599"/>
            <a:ext cx="10641676" cy="5040876"/>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000"/>
              </a:spcBef>
              <a:spcAft>
                <a:spcPts val="0"/>
              </a:spcAft>
              <a:buClr>
                <a:srgbClr val="C00000"/>
              </a:buClr>
              <a:buSzPts val="2560"/>
              <a:buFont typeface="Arial"/>
              <a:buChar char="•"/>
              <a:defRPr sz="1600"/>
            </a:lvl1pPr>
            <a:lvl2pPr indent="-310896" lvl="1" marL="914400" algn="l">
              <a:lnSpc>
                <a:spcPct val="90000"/>
              </a:lnSpc>
              <a:spcBef>
                <a:spcPts val="500"/>
              </a:spcBef>
              <a:spcAft>
                <a:spcPts val="0"/>
              </a:spcAft>
              <a:buClr>
                <a:srgbClr val="C00000"/>
              </a:buClr>
              <a:buSzPts val="1296"/>
              <a:buFont typeface="Courier New"/>
              <a:buChar char="o"/>
              <a:defRPr sz="1600"/>
            </a:lvl2pPr>
            <a:lvl3pPr indent="-330200" lvl="2" marL="1371600" algn="l">
              <a:lnSpc>
                <a:spcPct val="90000"/>
              </a:lnSpc>
              <a:spcBef>
                <a:spcPts val="500"/>
              </a:spcBef>
              <a:spcAft>
                <a:spcPts val="0"/>
              </a:spcAft>
              <a:buClr>
                <a:srgbClr val="C00000"/>
              </a:buClr>
              <a:buSzPts val="1600"/>
              <a:buChar char="•"/>
              <a:defRPr sz="1600"/>
            </a:lvl3pPr>
            <a:lvl4pPr indent="-330200" lvl="3" marL="1828800" algn="l">
              <a:lnSpc>
                <a:spcPct val="90000"/>
              </a:lnSpc>
              <a:spcBef>
                <a:spcPts val="500"/>
              </a:spcBef>
              <a:spcAft>
                <a:spcPts val="0"/>
              </a:spcAft>
              <a:buClr>
                <a:srgbClr val="C00000"/>
              </a:buClr>
              <a:buSzPts val="1600"/>
              <a:buChar char="•"/>
              <a:defRPr sz="1600"/>
            </a:lvl4pPr>
            <a:lvl5pPr indent="-330200" lvl="4" marL="2286000" algn="l">
              <a:lnSpc>
                <a:spcPct val="90000"/>
              </a:lnSpc>
              <a:spcBef>
                <a:spcPts val="500"/>
              </a:spcBef>
              <a:spcAft>
                <a:spcPts val="0"/>
              </a:spcAft>
              <a:buClr>
                <a:srgbClr val="C00000"/>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3" name="Google Shape;123;p45"/>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4" name="Shape 124"/>
        <p:cNvGrpSpPr/>
        <p:nvPr/>
      </p:nvGrpSpPr>
      <p:grpSpPr>
        <a:xfrm>
          <a:off x="0" y="0"/>
          <a:ext cx="0" cy="0"/>
          <a:chOff x="0" y="0"/>
          <a:chExt cx="0" cy="0"/>
        </a:xfrm>
      </p:grpSpPr>
      <p:sp>
        <p:nvSpPr>
          <p:cNvPr id="125" name="Google Shape;125;p46"/>
          <p:cNvSpPr txBox="1"/>
          <p:nvPr>
            <p:ph idx="1" type="body"/>
          </p:nvPr>
        </p:nvSpPr>
        <p:spPr>
          <a:xfrm>
            <a:off x="1695999" y="1566639"/>
            <a:ext cx="3175259" cy="823912"/>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6" name="Google Shape;126;p46"/>
          <p:cNvSpPr txBox="1"/>
          <p:nvPr>
            <p:ph idx="2" type="body"/>
          </p:nvPr>
        </p:nvSpPr>
        <p:spPr>
          <a:xfrm>
            <a:off x="7176164" y="1566639"/>
            <a:ext cx="3175260" cy="823912"/>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pic>
        <p:nvPicPr>
          <p:cNvPr id="127" name="Google Shape;127;p46"/>
          <p:cNvPicPr preferRelativeResize="0"/>
          <p:nvPr/>
        </p:nvPicPr>
        <p:blipFill rotWithShape="1">
          <a:blip r:embed="rId2">
            <a:alphaModFix/>
          </a:blip>
          <a:srcRect b="0" l="0" r="0" t="0"/>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b="0" l="0" r="0" t="0"/>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sp>
        <p:nvSpPr>
          <p:cNvPr id="132" name="Google Shape;132;p46"/>
          <p:cNvSpPr txBox="1"/>
          <p:nvPr>
            <p:ph idx="3" type="body"/>
          </p:nvPr>
        </p:nvSpPr>
        <p:spPr>
          <a:xfrm>
            <a:off x="838200" y="2524124"/>
            <a:ext cx="5063836" cy="3832226"/>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000"/>
              </a:spcBef>
              <a:spcAft>
                <a:spcPts val="0"/>
              </a:spcAft>
              <a:buClr>
                <a:srgbClr val="C00000"/>
              </a:buClr>
              <a:buSzPts val="2560"/>
              <a:buFont typeface="Arial"/>
              <a:buChar char="•"/>
              <a:defRPr sz="1600"/>
            </a:lvl1pPr>
            <a:lvl2pPr indent="-310896" lvl="1" marL="914400" algn="l">
              <a:lnSpc>
                <a:spcPct val="90000"/>
              </a:lnSpc>
              <a:spcBef>
                <a:spcPts val="500"/>
              </a:spcBef>
              <a:spcAft>
                <a:spcPts val="0"/>
              </a:spcAft>
              <a:buClr>
                <a:srgbClr val="C00000"/>
              </a:buClr>
              <a:buSzPts val="1296"/>
              <a:buFont typeface="Arial"/>
              <a:buChar char="•"/>
              <a:defRPr sz="1600"/>
            </a:lvl2pPr>
            <a:lvl3pPr indent="-330200" lvl="2" marL="1371600" algn="l">
              <a:lnSpc>
                <a:spcPct val="90000"/>
              </a:lnSpc>
              <a:spcBef>
                <a:spcPts val="500"/>
              </a:spcBef>
              <a:spcAft>
                <a:spcPts val="0"/>
              </a:spcAft>
              <a:buClr>
                <a:srgbClr val="C00000"/>
              </a:buClr>
              <a:buSzPts val="1600"/>
              <a:buFont typeface="Arial"/>
              <a:buChar char="•"/>
              <a:defRPr sz="1600"/>
            </a:lvl3pPr>
            <a:lvl4pPr indent="-330200" lvl="3" marL="1828800" algn="l">
              <a:lnSpc>
                <a:spcPct val="90000"/>
              </a:lnSpc>
              <a:spcBef>
                <a:spcPts val="500"/>
              </a:spcBef>
              <a:spcAft>
                <a:spcPts val="0"/>
              </a:spcAft>
              <a:buClr>
                <a:srgbClr val="C00000"/>
              </a:buClr>
              <a:buSzPts val="1600"/>
              <a:buFont typeface="Arial"/>
              <a:buChar char="•"/>
              <a:defRPr sz="1600"/>
            </a:lvl4pPr>
            <a:lvl5pPr indent="-330200" lvl="4" marL="2286000" algn="l">
              <a:lnSpc>
                <a:spcPct val="90000"/>
              </a:lnSpc>
              <a:spcBef>
                <a:spcPts val="500"/>
              </a:spcBef>
              <a:spcAft>
                <a:spcPts val="0"/>
              </a:spcAft>
              <a:buClr>
                <a:srgbClr val="C00000"/>
              </a:buClr>
              <a:buSzPts val="1600"/>
              <a:buFont typeface="Arial"/>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46"/>
          <p:cNvSpPr txBox="1"/>
          <p:nvPr>
            <p:ph idx="4" type="body"/>
          </p:nvPr>
        </p:nvSpPr>
        <p:spPr>
          <a:xfrm>
            <a:off x="6137734" y="2524123"/>
            <a:ext cx="5063836" cy="3832226"/>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000"/>
              </a:spcBef>
              <a:spcAft>
                <a:spcPts val="0"/>
              </a:spcAft>
              <a:buClr>
                <a:srgbClr val="C00000"/>
              </a:buClr>
              <a:buSzPts val="2560"/>
              <a:buFont typeface="Arial"/>
              <a:buChar char="•"/>
              <a:defRPr sz="1600"/>
            </a:lvl1pPr>
            <a:lvl2pPr indent="-310896" lvl="1" marL="914400" algn="l">
              <a:lnSpc>
                <a:spcPct val="90000"/>
              </a:lnSpc>
              <a:spcBef>
                <a:spcPts val="500"/>
              </a:spcBef>
              <a:spcAft>
                <a:spcPts val="0"/>
              </a:spcAft>
              <a:buClr>
                <a:srgbClr val="C00000"/>
              </a:buClr>
              <a:buSzPts val="1296"/>
              <a:buFont typeface="Arial"/>
              <a:buChar char="•"/>
              <a:defRPr sz="1600"/>
            </a:lvl2pPr>
            <a:lvl3pPr indent="-330200" lvl="2" marL="1371600" algn="l">
              <a:lnSpc>
                <a:spcPct val="90000"/>
              </a:lnSpc>
              <a:spcBef>
                <a:spcPts val="500"/>
              </a:spcBef>
              <a:spcAft>
                <a:spcPts val="0"/>
              </a:spcAft>
              <a:buClr>
                <a:srgbClr val="C00000"/>
              </a:buClr>
              <a:buSzPts val="1600"/>
              <a:buFont typeface="Arial"/>
              <a:buChar char="•"/>
              <a:defRPr sz="1600"/>
            </a:lvl3pPr>
            <a:lvl4pPr indent="-330200" lvl="3" marL="1828800" algn="l">
              <a:lnSpc>
                <a:spcPct val="90000"/>
              </a:lnSpc>
              <a:spcBef>
                <a:spcPts val="500"/>
              </a:spcBef>
              <a:spcAft>
                <a:spcPts val="0"/>
              </a:spcAft>
              <a:buClr>
                <a:srgbClr val="C00000"/>
              </a:buClr>
              <a:buSzPts val="1600"/>
              <a:buFont typeface="Arial"/>
              <a:buChar char="•"/>
              <a:defRPr sz="1600"/>
            </a:lvl4pPr>
            <a:lvl5pPr indent="-330200" lvl="4" marL="2286000" algn="l">
              <a:lnSpc>
                <a:spcPct val="90000"/>
              </a:lnSpc>
              <a:spcBef>
                <a:spcPts val="500"/>
              </a:spcBef>
              <a:spcAft>
                <a:spcPts val="0"/>
              </a:spcAft>
              <a:buClr>
                <a:srgbClr val="C00000"/>
              </a:buClr>
              <a:buSzPts val="1600"/>
              <a:buFont typeface="Arial"/>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46"/>
          <p:cNvSpPr txBox="1"/>
          <p:nvPr>
            <p:ph type="title"/>
          </p:nvPr>
        </p:nvSpPr>
        <p:spPr>
          <a:xfrm>
            <a:off x="838200" y="509145"/>
            <a:ext cx="8463742" cy="9455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BE2727"/>
              </a:buClr>
              <a:buSzPts val="2800"/>
              <a:buFont typeface="Montserrat ExtraBold"/>
              <a:buNone/>
              <a:defRPr b="1" sz="2800">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35" name="Google Shape;135;p46"/>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36" name="Shape 136"/>
        <p:cNvGrpSpPr/>
        <p:nvPr/>
      </p:nvGrpSpPr>
      <p:grpSpPr>
        <a:xfrm>
          <a:off x="0" y="0"/>
          <a:ext cx="0" cy="0"/>
          <a:chOff x="0" y="0"/>
          <a:chExt cx="0" cy="0"/>
        </a:xfrm>
      </p:grpSpPr>
      <p:sp>
        <p:nvSpPr>
          <p:cNvPr id="137" name="Google Shape;137;p47"/>
          <p:cNvSpPr txBox="1"/>
          <p:nvPr>
            <p:ph idx="1" type="body"/>
          </p:nvPr>
        </p:nvSpPr>
        <p:spPr>
          <a:xfrm>
            <a:off x="838199" y="3672580"/>
            <a:ext cx="3932237" cy="140505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1600"/>
              <a:buNone/>
              <a:defRPr sz="1600">
                <a:solidFill>
                  <a:srgbClr val="7F7F7F"/>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138" name="Google Shape;138;p47"/>
          <p:cNvPicPr preferRelativeResize="0"/>
          <p:nvPr/>
        </p:nvPicPr>
        <p:blipFill rotWithShape="1">
          <a:blip r:embed="rId2">
            <a:alphaModFix/>
          </a:blip>
          <a:srcRect b="0" l="0" r="0" t="0"/>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b="0" l="0" r="0" t="0"/>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Montserrat"/>
                <a:ea typeface="Montserrat"/>
                <a:cs typeface="Montserrat"/>
                <a:sym typeface="Montserrat"/>
              </a:rPr>
              <a:t>‹#›</a:t>
            </a:fld>
            <a:endParaRPr b="1" i="0" sz="1200" u="none" cap="none" strike="noStrike">
              <a:solidFill>
                <a:schemeClr val="lt1"/>
              </a:solidFill>
              <a:latin typeface="Montserrat"/>
              <a:ea typeface="Montserrat"/>
              <a:cs typeface="Montserrat"/>
              <a:sym typeface="Montserrat"/>
            </a:endParaRPr>
          </a:p>
        </p:txBody>
      </p:sp>
      <p:sp>
        <p:nvSpPr>
          <p:cNvPr id="141" name="Google Shape;141;p47"/>
          <p:cNvSpPr txBox="1"/>
          <p:nvPr>
            <p:ph idx="2" type="body"/>
          </p:nvPr>
        </p:nvSpPr>
        <p:spPr>
          <a:xfrm>
            <a:off x="803764" y="834017"/>
            <a:ext cx="2978527" cy="203089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C00000"/>
              </a:buClr>
              <a:buSzPts val="2800"/>
              <a:buNone/>
              <a:defRPr b="0" sz="2800">
                <a:solidFill>
                  <a:srgbClr val="C00000"/>
                </a:solidFill>
                <a:latin typeface="Montserrat ExtraBold"/>
                <a:ea typeface="Montserrat ExtraBold"/>
                <a:cs typeface="Montserrat ExtraBold"/>
                <a:sym typeface="Montserrat ExtraBold"/>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2" name="Google Shape;142;p47"/>
          <p:cNvSpPr txBox="1"/>
          <p:nvPr>
            <p:ph idx="3" type="body"/>
          </p:nvPr>
        </p:nvSpPr>
        <p:spPr>
          <a:xfrm>
            <a:off x="5170488" y="1346200"/>
            <a:ext cx="6375400" cy="4887913"/>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C00000"/>
              </a:buClr>
              <a:buSzPts val="2800"/>
              <a:buChar char="•"/>
              <a:defRPr/>
            </a:lvl1pPr>
            <a:lvl2pPr indent="-381000" lvl="1" marL="914400" algn="l">
              <a:lnSpc>
                <a:spcPct val="90000"/>
              </a:lnSpc>
              <a:spcBef>
                <a:spcPts val="500"/>
              </a:spcBef>
              <a:spcAft>
                <a:spcPts val="0"/>
              </a:spcAft>
              <a:buClr>
                <a:srgbClr val="C00000"/>
              </a:buClr>
              <a:buSzPts val="2400"/>
              <a:buChar char="•"/>
              <a:defRPr/>
            </a:lvl2pPr>
            <a:lvl3pPr indent="-355600" lvl="2" marL="1371600" algn="l">
              <a:lnSpc>
                <a:spcPct val="90000"/>
              </a:lnSpc>
              <a:spcBef>
                <a:spcPts val="500"/>
              </a:spcBef>
              <a:spcAft>
                <a:spcPts val="0"/>
              </a:spcAft>
              <a:buClr>
                <a:srgbClr val="C00000"/>
              </a:buClr>
              <a:buSzPts val="2000"/>
              <a:buChar char="•"/>
              <a:defRPr/>
            </a:lvl3pPr>
            <a:lvl4pPr indent="-342900" lvl="3" marL="1828800" algn="l">
              <a:lnSpc>
                <a:spcPct val="90000"/>
              </a:lnSpc>
              <a:spcBef>
                <a:spcPts val="500"/>
              </a:spcBef>
              <a:spcAft>
                <a:spcPts val="0"/>
              </a:spcAft>
              <a:buClr>
                <a:srgbClr val="C00000"/>
              </a:buClr>
              <a:buSzPts val="1800"/>
              <a:buChar char="•"/>
              <a:defRPr/>
            </a:lvl4pPr>
            <a:lvl5pPr indent="-342900" lvl="4" marL="2286000" algn="l">
              <a:lnSpc>
                <a:spcPct val="90000"/>
              </a:lnSpc>
              <a:spcBef>
                <a:spcPts val="500"/>
              </a:spcBef>
              <a:spcAft>
                <a:spcPts val="0"/>
              </a:spcAft>
              <a:buClr>
                <a:srgbClr val="C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43" name="Google Shape;143;p47"/>
          <p:cNvPicPr preferRelativeResize="0"/>
          <p:nvPr/>
        </p:nvPicPr>
        <p:blipFill rotWithShape="1">
          <a:blip r:embed="rId4">
            <a:alphaModFix/>
          </a:blip>
          <a:srcRect b="0" l="0" r="0" t="0"/>
          <a:stretch/>
        </p:blipFill>
        <p:spPr>
          <a:xfrm>
            <a:off x="9898625" y="326475"/>
            <a:ext cx="1856773" cy="90572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44" name="Shape 144"/>
        <p:cNvGrpSpPr/>
        <p:nvPr/>
      </p:nvGrpSpPr>
      <p:grpSpPr>
        <a:xfrm>
          <a:off x="0" y="0"/>
          <a:ext cx="0" cy="0"/>
          <a:chOff x="0" y="0"/>
          <a:chExt cx="0" cy="0"/>
        </a:xfrm>
      </p:grpSpPr>
      <p:sp>
        <p:nvSpPr>
          <p:cNvPr id="145" name="Google Shape;145;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8"/>
          <p:cNvSpPr/>
          <p:nvPr>
            <p:ph idx="2" type="pic"/>
          </p:nvPr>
        </p:nvSpPr>
        <p:spPr>
          <a:xfrm>
            <a:off x="5183188" y="987425"/>
            <a:ext cx="6172200" cy="4873625"/>
          </a:xfrm>
          <a:prstGeom prst="rect">
            <a:avLst/>
          </a:prstGeom>
          <a:noFill/>
          <a:ln>
            <a:noFill/>
          </a:ln>
        </p:spPr>
      </p:sp>
      <p:sp>
        <p:nvSpPr>
          <p:cNvPr id="147" name="Google Shape;147;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1" name="Shape 151"/>
        <p:cNvGrpSpPr/>
        <p:nvPr/>
      </p:nvGrpSpPr>
      <p:grpSpPr>
        <a:xfrm>
          <a:off x="0" y="0"/>
          <a:ext cx="0" cy="0"/>
          <a:chOff x="0" y="0"/>
          <a:chExt cx="0" cy="0"/>
        </a:xfrm>
      </p:grpSpPr>
      <p:sp>
        <p:nvSpPr>
          <p:cNvPr id="152" name="Google Shape;152;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cap="flat" cmpd="sng" w="9525">
            <a:solidFill>
              <a:srgbClr val="C6C5C5"/>
            </a:solidFill>
            <a:prstDash val="dot"/>
            <a:round/>
            <a:headEnd len="sm" w="sm" type="none"/>
            <a:tailEnd len="sm" w="sm" type="none"/>
          </a:ln>
        </p:spPr>
      </p:cxnSp>
      <p:sp>
        <p:nvSpPr>
          <p:cNvPr id="165" name="Google Shape;165;g128e061f2de_0_109"/>
          <p:cNvSpPr txBox="1"/>
          <p:nvPr>
            <p:ph type="title"/>
          </p:nvPr>
        </p:nvSpPr>
        <p:spPr>
          <a:xfrm>
            <a:off x="415600" y="284933"/>
            <a:ext cx="11360700" cy="620700"/>
          </a:xfrm>
          <a:prstGeom prst="rect">
            <a:avLst/>
          </a:prstGeom>
          <a:noFill/>
          <a:ln>
            <a:noFill/>
          </a:ln>
        </p:spPr>
        <p:txBody>
          <a:bodyPr anchorCtr="0" anchor="t" bIns="121900" lIns="121900" spcFirstLastPara="1" rIns="121900" wrap="square" tIns="121900">
            <a:noAutofit/>
          </a:bodyPr>
          <a:lstStyle>
            <a:lvl1pPr lvl="0" rtl="0" algn="l">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cxnSp>
        <p:nvCxnSpPr>
          <p:cNvPr id="166" name="Google Shape;166;g128e061f2de_0_109"/>
          <p:cNvCxnSpPr/>
          <p:nvPr/>
        </p:nvCxnSpPr>
        <p:spPr>
          <a:xfrm>
            <a:off x="575800" y="1002333"/>
            <a:ext cx="11040300" cy="0"/>
          </a:xfrm>
          <a:prstGeom prst="straightConnector1">
            <a:avLst/>
          </a:prstGeom>
          <a:noFill/>
          <a:ln cap="flat" cmpd="sng" w="9525">
            <a:solidFill>
              <a:srgbClr val="C6C5C5"/>
            </a:solidFill>
            <a:prstDash val="dot"/>
            <a:round/>
            <a:headEnd len="sm" w="sm" type="none"/>
            <a:tailEnd len="sm" w="sm" type="none"/>
          </a:ln>
        </p:spPr>
      </p:cxnSp>
      <p:sp>
        <p:nvSpPr>
          <p:cNvPr id="167" name="Google Shape;167;g128e061f2de_0_109">
            <a:hlinkClick action="ppaction://hlinkshowjump?jump=previousslide"/>
          </p:cNvPr>
          <p:cNvSpPr/>
          <p:nvPr/>
        </p:nvSpPr>
        <p:spPr>
          <a:xfrm rot="2700000">
            <a:off x="11348840" y="6420393"/>
            <a:ext cx="113279" cy="113279"/>
          </a:xfrm>
          <a:prstGeom prst="rtTriangle">
            <a:avLst/>
          </a:prstGeom>
          <a:solidFill>
            <a:srgbClr val="C6C5C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9" name="Google Shape;169;g128e061f2de_0_109">
            <a:hlinkClick action="ppaction://hlinkshowjump?jump=nextslide"/>
          </p:cNvPr>
          <p:cNvSpPr/>
          <p:nvPr/>
        </p:nvSpPr>
        <p:spPr>
          <a:xfrm rot="-8100000">
            <a:off x="11508840" y="6420194"/>
            <a:ext cx="113279" cy="113279"/>
          </a:xfrm>
          <a:prstGeom prst="rtTriangle">
            <a:avLst/>
          </a:prstGeom>
          <a:solidFill>
            <a:srgbClr val="C6C5C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0" name="Google Shape;170;g128e061f2de_0_109"/>
          <p:cNvSpPr txBox="1"/>
          <p:nvPr>
            <p:ph idx="12" type="sldNum"/>
          </p:nvPr>
        </p:nvSpPr>
        <p:spPr>
          <a:xfrm>
            <a:off x="579067" y="6315167"/>
            <a:ext cx="506400" cy="232800"/>
          </a:xfrm>
          <a:prstGeom prst="rect">
            <a:avLst/>
          </a:prstGeom>
          <a:noFill/>
          <a:ln>
            <a:noFill/>
          </a:ln>
        </p:spPr>
        <p:txBody>
          <a:bodyPr anchorCtr="0" anchor="ctr" bIns="121900" lIns="121900" spcFirstLastPara="1" rIns="121900" wrap="square" tIns="1219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C6C5C5"/>
                </a:solidFill>
                <a:latin typeface="Arial"/>
                <a:ea typeface="Arial"/>
                <a:cs typeface="Arial"/>
                <a:sym typeface="Arial"/>
              </a:rPr>
              <a:t>www.companyname.com</a:t>
            </a:r>
            <a:endParaRPr b="0" i="0" sz="1200" u="none" cap="none" strike="noStrike">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ontserrat"/>
              <a:buNone/>
              <a:defRPr b="0" i="0" sz="44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ontserrat"/>
                <a:ea typeface="Montserrat"/>
                <a:cs typeface="Montserrat"/>
                <a:sym typeface="Montserrat"/>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ontserrat"/>
                <a:ea typeface="Montserrat"/>
                <a:cs typeface="Montserrat"/>
                <a:sym typeface="Montserrat"/>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2022 By Rikkei Academy - Rikkei Education - All rights reserved.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1" name="SessionId"/>
          <p:cNvSpPr txBox="1"/>
          <p:nvPr>
            <p:ph idx="2" type="body"/>
          </p:nvPr>
        </p:nvSpPr>
        <p:spPr>
          <a:xfrm>
            <a:off x="1562200" y="1974300"/>
            <a:ext cx="8154600" cy="55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buNone/>
            </a:pPr>
            <a:r>
              <a:rPr b="1" lang="vi-VN" sz="3000">
                <a:solidFill>
                  <a:srgbClr val="BE2727"/>
                </a:solidFill>
                <a:latin typeface="Montserrat ExtraBold"/>
                <a:ea typeface="Montserrat ExtraBold"/>
                <a:cs typeface="Montserrat ExtraBold"/>
              </a:rPr>
              <a:t>Session 14</a:t>
            </a:r>
          </a:p>
        </p:txBody>
      </p:sp>
      <p:sp>
        <p:nvSpPr>
          <p:cNvPr id="102" name="CoverTitle"/>
          <p:cNvSpPr txBox="1"/>
          <p:nvPr>
            <p:ph type="ctrTitle"/>
          </p:nvPr>
        </p:nvSpPr>
        <p:spPr>
          <a:xfrm>
            <a:off x="1697675" y="2660574"/>
            <a:ext cx="8500000" cy="947700"/>
          </a:xfrm>
          <a:prstGeom prst="rect">
            <a:avLst/>
          </a:prstGeom>
          <a:noFill/>
          <a:ln>
            <a:noFill/>
          </a:ln>
        </p:spPr>
        <p:txBody>
          <a:bodyPr anchorCtr="0" anchor="t" bIns="0" lIns="0" spcFirstLastPara="1" rIns="0" wrap="square" tIns="0">
            <a:noAutofit/>
          </a:bodyPr>
          <a:lstStyle/>
          <a:p>
            <a:pPr indent="0" lvl="0" marL="0" rtl="0" algn="l">
              <a:lnSpc>
                <a:spcPct val="90000"/>
              </a:lnSpc>
              <a:buNone/>
            </a:pPr>
            <a:r>
              <a:rPr b="1" lang="vi-VN" sz="3200">
                <a:solidFill>
                  <a:srgbClr val="000000"/>
                </a:solidFill>
                <a:latin typeface="Montserrat Black"/>
                <a:ea typeface="Montserrat Black"/>
                <a:cs typeface="Montserrat Black"/>
              </a:rPr>
              <a:t>Session 14 - Tổ chức Hàm (Function), Tham số, Arrow Function và Phạm vi Scope</a:t>
            </a:r>
          </a:p>
        </p:txBody>
      </p:sp>
      <p:sp>
        <p:nvSpPr>
          <p:cNvPr id="103" name="CourseModule"/>
          <p:cNvSpPr txBox="1"/>
          <p:nvPr/>
        </p:nvSpPr>
        <p:spPr>
          <a:xfrm>
            <a:off x="1697669" y="3664241"/>
            <a:ext cx="8500000" cy="360000"/>
          </a:xfrm>
          <a:prstGeom prst="rect">
            <a:avLst/>
          </a:prstGeom>
          <a:noFill/>
          <a:ln>
            <a:noFill/>
          </a:ln>
        </p:spPr>
        <p:txBody>
          <a:bodyPr anchorCtr="0" anchor="t" bIns="0" lIns="0" spcFirstLastPara="1" rIns="0" wrap="square" tIns="0">
            <a:noAutofit/>
          </a:bodyPr>
          <a:lstStyle/>
          <a:p>
            <a:pPr indent="0" lvl="0" marL="0" rtl="0" algn="l">
              <a:lnSpc>
                <a:spcPct val="90000"/>
              </a:lnSpc>
              <a:buNone/>
            </a:pPr>
            <a:r>
              <a:rPr b="0" lang="vi-VN" sz="1800">
                <a:solidFill>
                  <a:srgbClr val="000000"/>
                </a:solidFill>
                <a:latin typeface="Montserrat"/>
                <a:ea typeface="Montserrat"/>
                <a:cs typeface="Montserrat"/>
              </a:rPr>
              <a:t>Môn học: Phát triển ứng dụng Web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85" name="AgendaLabel"/>
          <p:cNvSpPr txBox="1"/>
          <p:nvPr>
            <p:ph type="title"/>
          </p:nvPr>
        </p:nvSpPr>
        <p:spPr>
          <a:xfrm rot="5400000">
            <a:off x="-1686375" y="1500953"/>
            <a:ext cx="5085300" cy="1845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buNone/>
            </a:pPr>
            <a:r>
              <a:rPr lang="vi-VN">
                <a:solidFill>
                  <a:srgbClr val="BE2727"/>
                </a:solidFill>
                <a:latin typeface="Montserrat Black"/>
                <a:ea typeface="Montserrat Black"/>
                <a:cs typeface="Montserrat Black"/>
              </a:rPr>
              <a:t> NỘI DUNG</a:t>
            </a:r>
          </a:p>
        </p:txBody>
      </p:sp>
      <p:sp>
        <p:nvSpPr>
          <p:cNvPr id="184" name="AgendaList"/>
          <p:cNvSpPr txBox="1"/>
          <p:nvPr>
            <p:ph idx="1" type="body"/>
          </p:nvPr>
        </p:nvSpPr>
        <p:spPr>
          <a:xfrm>
            <a:off x="2000000" y="1261300"/>
            <a:ext cx="9500000" cy="49356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550"/>
              </a:spcAft>
              <a:buNone/>
            </a:pPr>
            <a:r>
              <a:rPr b="1" lang="vi-VN" sz="2400">
                <a:solidFill>
                  <a:srgbClr val="000000"/>
                </a:solidFill>
                <a:latin typeface="Montserrat ExtraBold"/>
                <a:ea typeface="Montserrat ExtraBold"/>
                <a:cs typeface="Montserrat ExtraBold"/>
              </a:rPr>
              <a:t>1. Khai báo Hàm: Function Declaration &amp; Function Expression</a:t>
            </a:r>
          </a:p>
          <a:p>
            <a:pPr indent="0" lvl="0" marL="0" rtl="0" algn="l">
              <a:lnSpc>
                <a:spcPct val="150000"/>
              </a:lnSpc>
              <a:spcBef>
                <a:spcPts val="0"/>
              </a:spcBef>
              <a:spcAft>
                <a:spcPts val="550"/>
              </a:spcAft>
              <a:buNone/>
            </a:pPr>
            <a:r>
              <a:rPr b="1" lang="vi-VN" sz="2400">
                <a:solidFill>
                  <a:srgbClr val="000000"/>
                </a:solidFill>
                <a:latin typeface="Montserrat ExtraBold"/>
                <a:ea typeface="Montserrat ExtraBold"/>
                <a:cs typeface="Montserrat ExtraBold"/>
              </a:rPr>
              <a:t>2. ES6 Arrow Function và Cơ chế Tham số Mặc định (Default Parameters)</a:t>
            </a:r>
          </a:p>
          <a:p>
            <a:pPr indent="0" lvl="0" marL="0" rtl="0" algn="l">
              <a:lnSpc>
                <a:spcPct val="150000"/>
              </a:lnSpc>
              <a:spcBef>
                <a:spcPts val="0"/>
              </a:spcBef>
              <a:spcAft>
                <a:spcPts val="550"/>
              </a:spcAft>
              <a:buNone/>
            </a:pPr>
            <a:r>
              <a:rPr b="1" lang="vi-VN" sz="2400">
                <a:solidFill>
                  <a:srgbClr val="000000"/>
                </a:solidFill>
                <a:latin typeface="Montserrat ExtraBold"/>
                <a:ea typeface="Montserrat ExtraBold"/>
                <a:cs typeface="Montserrat ExtraBold"/>
              </a:rPr>
              <a:t>3. Phạm vi Biến (Scope), Cơ chế Hoisting và Kỹ thuật Closure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03" name="Title_1003"/>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Mục tiêu bài học</a:t>
            </a:r>
          </a:p>
        </p:txBody>
      </p:sp>
      <p:sp>
        <p:nvSpPr>
          <p:cNvPr id="1004" name="TextBox_1004"/>
          <p:cNvSpPr txBox="1"/>
          <p:nvPr/>
        </p:nvSpPr>
        <p:spPr>
          <a:xfrm>
            <a:off x="980000" y="1900000"/>
            <a:ext cx="10300000" cy="4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400"/>
              </a:spcAft>
              <a:buNone/>
            </a:pPr>
            <a:r>
              <a:rPr b="1" i="0" lang="vi-VN" sz="1800">
                <a:solidFill>
                  <a:srgbClr val="000000"/>
                </a:solidFill>
                <a:latin typeface="Montserrat ExtraBold"/>
                <a:ea typeface="Montserrat ExtraBold"/>
                <a:cs typeface="Montserrat ExtraBold"/>
              </a:rPr>
              <a:t>1.  </a:t>
            </a:r>
            <a:r>
              <a:rPr b="0" i="0" lang="vi-VN" sz="1800">
                <a:solidFill>
                  <a:srgbClr val="000000"/>
                </a:solidFill>
                <a:latin typeface="Arial"/>
                <a:ea typeface="Arial"/>
                <a:cs typeface="Arial"/>
              </a:rPr>
              <a:t>Phân biệt cú pháp, cơ chế Hoisting và ngữ cảnh áp dụng giữa Function Declaration và Function Expression.</a:t>
            </a:r>
          </a:p>
          <a:p>
            <a:pPr indent="0" marL="0" lvl="0" rtl="0" algn="l">
              <a:lnSpc>
                <a:spcPct val="150000"/>
              </a:lnSpc>
              <a:spcBef>
                <a:spcPts val="0"/>
              </a:spcBef>
              <a:spcAft>
                <a:spcPts val="400"/>
              </a:spcAft>
              <a:buNone/>
            </a:pPr>
            <a:r>
              <a:rPr b="1" i="0" lang="vi-VN" sz="1800">
                <a:solidFill>
                  <a:srgbClr val="000000"/>
                </a:solidFill>
                <a:latin typeface="Montserrat ExtraBold"/>
                <a:ea typeface="Montserrat ExtraBold"/>
                <a:cs typeface="Montserrat ExtraBold"/>
              </a:rPr>
              <a:t>2.  </a:t>
            </a:r>
            <a:r>
              <a:rPr b="0" i="0" lang="vi-VN" sz="1800">
                <a:solidFill>
                  <a:srgbClr val="000000"/>
                </a:solidFill>
                <a:latin typeface="Arial"/>
                <a:ea typeface="Arial"/>
                <a:cs typeface="Arial"/>
              </a:rPr>
              <a:t>Sử dụng thành thạo cú pháp ES6 Arrow Function ngắn gọn kết hợp cơ chế Implicit Return và Tham số mặc định (Default Parameters).</a:t>
            </a:r>
          </a:p>
          <a:p>
            <a:pPr indent="0" marL="0" lvl="0" rtl="0" algn="l">
              <a:lnSpc>
                <a:spcPct val="150000"/>
              </a:lnSpc>
              <a:spcBef>
                <a:spcPts val="0"/>
              </a:spcBef>
              <a:spcAft>
                <a:spcPts val="400"/>
              </a:spcAft>
              <a:buNone/>
            </a:pPr>
            <a:r>
              <a:rPr b="1" i="0" lang="vi-VN" sz="1800">
                <a:solidFill>
                  <a:srgbClr val="000000"/>
                </a:solidFill>
                <a:latin typeface="Montserrat ExtraBold"/>
                <a:ea typeface="Montserrat ExtraBold"/>
                <a:cs typeface="Montserrat ExtraBold"/>
              </a:rPr>
              <a:t>3.  </a:t>
            </a:r>
            <a:r>
              <a:rPr b="0" i="0" lang="vi-VN" sz="1800">
                <a:solidFill>
                  <a:srgbClr val="000000"/>
                </a:solidFill>
                <a:latin typeface="Arial"/>
                <a:ea typeface="Arial"/>
                <a:cs typeface="Arial"/>
              </a:rPr>
              <a:t>Xác định đúng phạm vi biến (Global, Function, Block Scope) và tránh các lỗi liên quan đến Temporal Dead Zone (TDZ).</a:t>
            </a:r>
          </a:p>
          <a:p>
            <a:pPr indent="0" marL="0" lvl="0" rtl="0" algn="l">
              <a:lnSpc>
                <a:spcPct val="150000"/>
              </a:lnSpc>
              <a:spcBef>
                <a:spcPts val="0"/>
              </a:spcBef>
              <a:spcAft>
                <a:spcPts val="0"/>
              </a:spcAft>
              <a:buNone/>
            </a:pPr>
            <a:r>
              <a:rPr b="1" i="0" lang="vi-VN" sz="1800">
                <a:solidFill>
                  <a:srgbClr val="000000"/>
                </a:solidFill>
                <a:latin typeface="Montserrat ExtraBold"/>
                <a:ea typeface="Montserrat ExtraBold"/>
                <a:cs typeface="Montserrat ExtraBold"/>
              </a:rPr>
              <a:t>4.  </a:t>
            </a:r>
            <a:r>
              <a:rPr b="0" i="0" lang="vi-VN" sz="1800">
                <a:solidFill>
                  <a:srgbClr val="000000"/>
                </a:solidFill>
                <a:latin typeface="Arial"/>
                <a:ea typeface="Arial"/>
                <a:cs typeface="Arial"/>
              </a:rPr>
              <a:t>Giải thích nguyên lý Lexical Scoping và vận dụng Closure để đóng gói trạng thái dữ liệu riêng tư (Private State).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06" name="Title_1006"/>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Khai báo Hàm — 1/3</a:t>
            </a:r>
          </a:p>
        </p:txBody>
      </p:sp>
      <p:sp>
        <p:nvSpPr>
          <p:cNvPr id="1007" name="H2_1007"/>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Function Declaration được Hoisting hoàn toàn còn Function Expression chỉ khả dụng sau phép gán.</a:t>
            </a:r>
          </a:p>
        </p:txBody>
      </p:sp>
      <p:sp>
        <p:nvSpPr>
          <p:cNvPr id="1008" name="CardBg_1008"/>
          <p:cNvSpPr/>
          <p:nvPr/>
        </p:nvSpPr>
        <p:spPr>
          <a:xfrm>
            <a:off x="838200" y="2000000"/>
            <a:ext cx="5150000" cy="3900000"/>
          </a:xfrm>
          <a:prstGeom prst="roundRect">
            <a:avLst>
              <a:gd name="adj" fmla="val 4000"/>
            </a:avLst>
          </a:prstGeom>
          <a:solidFill>
            <a:srgbClr val="FFFFFF"/>
          </a:solidFill>
          <a:ln w="12700">
            <a:solidFill>
              <a:srgbClr val="D9D9D9"/>
            </a:solidFill>
          </a:ln>
        </p:spPr>
      </p:sp>
      <p:sp>
        <p:nvSpPr>
          <p:cNvPr id="1009" name="TextBox_1009"/>
          <p:cNvSpPr txBox="1"/>
          <p:nvPr/>
        </p:nvSpPr>
        <p:spPr>
          <a:xfrm>
            <a:off x="103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BE2727"/>
                </a:solidFill>
                <a:latin typeface="Arial"/>
                <a:ea typeface="Arial"/>
                <a:cs typeface="Arial"/>
              </a:rPr>
              <a:t>Function Declaration</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function calculateSubtotal(price, quantity) {</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  return price * quantity;</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a:t>
            </a:r>
          </a:p>
          <a:p>
            <a:pPr indent="0" marL="0" lvl="0" rtl="0" algn="l">
              <a:lnSpc>
                <a:spcPct val="150000"/>
              </a:lnSpc>
              <a:spcBef>
                <a:spcPts val="0"/>
              </a:spcBef>
              <a:spcAft>
                <a:spcPts val="150"/>
              </a:spcAft>
              <a:buNone/>
            </a:pPr>
            <a:r>
              <a:rPr b="0" i="0" lang="vi-VN" sz="800">
                <a:solidFill>
                  <a:srgbClr val="000000"/>
                </a:solidFill>
                <a:latin typeface="Arial"/>
                <a:ea typeface="Arial"/>
                <a:cs typeface="Arial"/>
              </a:rPr>
              <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Cú pháp truyền thống với từ khóa function và tên hàm định danh.</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Được tự động đưa lên đầu phạm vi (Hoisting), cho phép gọi trước khi khai báo.</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Thích hợp cho các hàm dùng chung toàn hệ thống.</a:t>
            </a:r>
          </a:p>
        </p:txBody>
      </p:sp>
      <p:sp>
        <p:nvSpPr>
          <p:cNvPr id="1010" name="CardBg_1010"/>
          <p:cNvSpPr/>
          <p:nvPr/>
        </p:nvSpPr>
        <p:spPr>
          <a:xfrm>
            <a:off x="6288200" y="2000000"/>
            <a:ext cx="5150000" cy="3900000"/>
          </a:xfrm>
          <a:prstGeom prst="roundRect">
            <a:avLst>
              <a:gd name="adj" fmla="val 4000"/>
            </a:avLst>
          </a:prstGeom>
          <a:solidFill>
            <a:srgbClr val="FFFFFF"/>
          </a:solidFill>
          <a:ln w="12700">
            <a:solidFill>
              <a:srgbClr val="D9D9D9"/>
            </a:solidFill>
          </a:ln>
        </p:spPr>
      </p:sp>
      <p:sp>
        <p:nvSpPr>
          <p:cNvPr id="1011" name="TextBox_1011"/>
          <p:cNvSpPr txBox="1"/>
          <p:nvPr/>
        </p:nvSpPr>
        <p:spPr>
          <a:xfrm>
            <a:off x="648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2E7D32"/>
                </a:solidFill>
                <a:latin typeface="Arial"/>
                <a:ea typeface="Arial"/>
                <a:cs typeface="Arial"/>
              </a:rPr>
              <a:t>Function Expression</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const calculateDiscount = function(subtotal, discountRate) {</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  return subtotal * discountRate;</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a:t>
            </a:r>
          </a:p>
          <a:p>
            <a:pPr indent="0" marL="0" lvl="0" rtl="0" algn="l">
              <a:lnSpc>
                <a:spcPct val="150000"/>
              </a:lnSpc>
              <a:spcBef>
                <a:spcPts val="0"/>
              </a:spcBef>
              <a:spcAft>
                <a:spcPts val="150"/>
              </a:spcAft>
              <a:buNone/>
            </a:pPr>
            <a:r>
              <a:rPr b="0" i="0" lang="vi-VN" sz="800">
                <a:solidFill>
                  <a:srgbClr val="000000"/>
                </a:solidFill>
                <a:latin typeface="Arial"/>
                <a:ea typeface="Arial"/>
                <a:cs typeface="Arial"/>
              </a:rPr>
              <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Định nghĩa hàm ẩn danh và gán trực tiếp vào một biến.</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Không được hoisted; gọi trước dòng phép gán sẽ ném lỗi ReferenceError.</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Phù hợp để hạn chế ô nhiễm phạm vi và định nghĩa hàm nội bộ.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13" name="Title_1013"/>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Khai báo Hàm — 2/3</a:t>
            </a:r>
          </a:p>
        </p:txBody>
      </p:sp>
      <p:sp>
        <p:nvSpPr>
          <p:cNvPr id="1014" name="H2_1014"/>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Luồng thực thi hàm tạo vùng nhớ riêng biệt và trả về kết quả thông qua câu lệnh return.</a:t>
            </a:r>
          </a:p>
        </p:txBody>
      </p:sp>
      <p:sp>
        <p:nvSpPr>
          <p:cNvPr id="1015" name="CardBg_1015"/>
          <p:cNvSpPr/>
          <p:nvPr/>
        </p:nvSpPr>
        <p:spPr>
          <a:xfrm>
            <a:off x="838200" y="2000000"/>
            <a:ext cx="4800000" cy="3900000"/>
          </a:xfrm>
          <a:prstGeom prst="roundRect">
            <a:avLst>
              <a:gd name="adj" fmla="val 4000"/>
            </a:avLst>
          </a:prstGeom>
          <a:solidFill>
            <a:srgbClr val="282C34"/>
          </a:solidFill>
          <a:ln w="12700">
            <a:solidFill>
              <a:srgbClr val="D9D9D9"/>
            </a:solidFill>
          </a:ln>
        </p:spPr>
      </p:sp>
      <p:sp>
        <p:nvSpPr>
          <p:cNvPr id="1016" name="TextBox_1016"/>
          <p:cNvSpPr txBox="1"/>
          <p:nvPr/>
        </p:nvSpPr>
        <p:spPr>
          <a:xfrm>
            <a:off x="938200" y="2050000"/>
            <a:ext cx="46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Luồng thực thi calculateSubtotal</a:t>
            </a:r>
          </a:p>
        </p:txBody>
      </p:sp>
      <p:sp>
        <p:nvSpPr>
          <p:cNvPr id="1017" name="TextBox_1017"/>
          <p:cNvSpPr txBox="1"/>
          <p:nvPr/>
        </p:nvSpPr>
        <p:spPr>
          <a:xfrm>
            <a:off x="938200" y="2420000"/>
            <a:ext cx="46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totalAmount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calculateSubtotal</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50000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3</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98C379"/>
                </a:solidFill>
                <a:latin typeface="Consolas"/>
                <a:ea typeface="Consolas"/>
                <a:cs typeface="Consolas"/>
              </a:rPr>
              <a:t>"Tổng tiền hàng:"</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totalAmount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calculateSubtotal</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price</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quantity</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price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quantity</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p>
        </p:txBody>
      </p:sp>
      <p:graphicFrame>
        <p:nvGraphicFramePr>
          <p:cNvPr id="1018" name="Table_1018"/>
          <p:cNvGraphicFramePr>
            <a:graphicFrameLocks noGrp="1"/>
          </p:cNvGraphicFramePr>
          <p:nvPr/>
        </p:nvGraphicFramePr>
        <p:xfrm>
          <a:off x="5838200" y="2000000"/>
          <a:ext cx="5600000" cy="3900000"/>
        </p:xfrm>
        <a:graphic>
          <a:graphicData uri="http://schemas.openxmlformats.org/drawingml/2006/table">
            <a:tbl>
              <a:tblPr firstRow="1" bandRow="1"/>
              <a:tblGrid>
                <a:gridCol w="466666"/>
                <a:gridCol w="1586666"/>
                <a:gridCol w="1026666"/>
                <a:gridCol w="1026666"/>
                <a:gridCol w="1493333"/>
              </a:tblGrid>
              <a:tr h="450000">
                <a:tc>
                  <a:txBody>
                    <a:bodyPr anchor="ctr" lIns="91425" rIns="91425" tIns="45700" bIns="45700"/>
                    <a:lstStyle/>
                    <a:p>
                      <a:pPr algn="ctr">
                        <a:lnSpc>
                          <a:spcPct val="120000"/>
                        </a:lnSpc>
                        <a:buNone/>
                      </a:pPr>
                      <a:r>
                        <a:rPr b="1" lang="vi-VN" sz="1500">
                          <a:solidFill>
                            <a:srgbClr val="FFFFFF"/>
                          </a:solidFill>
                          <a:latin typeface="Montserrat ExtraBold"/>
                        </a:rPr>
                        <a:t>Bước</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Dòng mã thực thi</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Biến / Tham số</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Giá trị (RAM)</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Ghi chú cơ chế</a:t>
                      </a:r>
                    </a:p>
                  </a:txBody>
                  <a:tcPr>
                    <a:solidFill>
                      <a:srgbClr val="BE2727"/>
                    </a:solidFill>
                  </a:tcPr>
                </a:tc>
              </a:tr>
              <a:tr h="400000">
                <a:tc>
                  <a:txBody>
                    <a:bodyPr anchor="ctr" lIns="91425" rIns="91425" tIns="45700" bIns="45700"/>
                    <a:lstStyle/>
                    <a:p>
                      <a:pPr algn="l">
                        <a:lnSpc>
                          <a:spcPct val="120000"/>
                        </a:lnSpc>
                        <a:buNone/>
                      </a:pPr>
                      <a:r>
                        <a:rPr lang="vi-VN" sz="1400">
                          <a:solidFill>
                            <a:srgbClr val="000000"/>
                          </a:solidFill>
                          <a:latin typeface="Arial"/>
                        </a:rPr>
                        <a:t>1</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function calculateSubtotal(...)</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calculateSubtotal</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Function Object</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Trình biên dịch hoist hàm calculateSubtotal lên đầu phạm vi</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2</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const total = calculateSubtotal(25000, 4);</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price, quantity</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price = 25000, quantity = 4</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Khởi tạo không gian thực thi hàm, gán đối số 25000 và 4</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3</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const subtotal = price * quantity;</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subtotal</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100000</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Thực hiện phép tính 25000 * 4 và lưu vào biến local subtotal</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4</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return subtotal;</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kết quả trả về</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100000</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Trả về 100000 cho nơi gọi hàm và giải phóng bộ nhớ hàm</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5</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console.log(total);</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total</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100000</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Biến total nhận giá trị 100000 và in ra terminal console</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20" name="Title_1020"/>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Khai báo Hàm — 3/3</a:t>
            </a:r>
          </a:p>
        </p:txBody>
      </p:sp>
      <p:sp>
        <p:nvSpPr>
          <p:cNvPr id="1021" name="H2_1021"/>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Quên câu lệnh return hoặc gọi sai thời điểm Function Expression sẽ dẫn tới lỗi nghiêm trọng.</a:t>
            </a:r>
          </a:p>
        </p:txBody>
      </p:sp>
      <p:sp>
        <p:nvSpPr>
          <p:cNvPr id="1022" name="CardBg_1022"/>
          <p:cNvSpPr/>
          <p:nvPr/>
        </p:nvSpPr>
        <p:spPr>
          <a:xfrm>
            <a:off x="838200" y="2000000"/>
            <a:ext cx="5200000" cy="3900000"/>
          </a:xfrm>
          <a:prstGeom prst="roundRect">
            <a:avLst>
              <a:gd name="adj" fmla="val 4000"/>
            </a:avLst>
          </a:prstGeom>
          <a:solidFill>
            <a:srgbClr val="282C34"/>
          </a:solidFill>
          <a:ln w="12700">
            <a:solidFill>
              <a:srgbClr val="D9D9D9"/>
            </a:solidFill>
          </a:ln>
        </p:spPr>
      </p:sp>
      <p:sp>
        <p:nvSpPr>
          <p:cNvPr id="1023" name="TextBox_1023"/>
          <p:cNvSpPr txBox="1"/>
          <p:nvPr/>
        </p:nvSpPr>
        <p:spPr>
          <a:xfrm>
            <a:off x="938200" y="2050000"/>
            <a:ext cx="50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Bẫy lập trình trong khai báo hàm</a:t>
            </a:r>
          </a:p>
        </p:txBody>
      </p:sp>
      <p:sp>
        <p:nvSpPr>
          <p:cNvPr id="1024" name="TextBox_1024"/>
          <p:cNvSpPr txBox="1"/>
          <p:nvPr/>
        </p:nvSpPr>
        <p:spPr>
          <a:xfrm>
            <a:off x="938200" y="2420000"/>
            <a:ext cx="50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1. Lỗi gọi trước khi khai báo Expression</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discount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calculateDiscount</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100000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ReferenceError: Cannot access 'calculateDiscount' before initialization</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calculateDiscount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rate</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rate</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2. Lỗi thiếu từ khóa return trong thân hàm</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calculateTax</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tax</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 Quên từ khóa return tax!</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calculateTax</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100000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K</a:t>
            </a:r>
            <a:r>
              <a:rPr b="0" i="0" lang="vi-VN" sz="1400">
                <a:solidFill>
                  <a:srgbClr val="ABB2BF"/>
                </a:solidFill>
                <a:latin typeface="Consolas"/>
                <a:ea typeface="Consolas"/>
                <a:cs typeface="Consolas"/>
              </a:rPr>
              <a:t>ế</a:t>
            </a:r>
            <a:r>
              <a:rPr b="0" i="0" lang="vi-VN" sz="1400">
                <a:solidFill>
                  <a:srgbClr val="ABB2BF"/>
                </a:solidFill>
                <a:latin typeface="Consolas"/>
                <a:ea typeface="Consolas"/>
                <a:cs typeface="Consolas"/>
              </a:rPr>
              <a:t>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t>
            </a:r>
            <a:r>
              <a:rPr b="0" i="0" lang="vi-VN" sz="1400">
                <a:solidFill>
                  <a:srgbClr val="ABB2BF"/>
                </a:solidFill>
                <a:latin typeface="Consolas"/>
                <a:ea typeface="Consolas"/>
                <a:cs typeface="Consolas"/>
              </a:rPr>
              <a:t>ả</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undefined</a:t>
            </a:r>
          </a:p>
        </p:txBody>
      </p:sp>
      <p:sp>
        <p:nvSpPr>
          <p:cNvPr id="1025" name="CardBg_1025"/>
          <p:cNvSpPr/>
          <p:nvPr/>
        </p:nvSpPr>
        <p:spPr>
          <a:xfrm>
            <a:off x="6238200" y="2000000"/>
            <a:ext cx="5200000" cy="3900000"/>
          </a:xfrm>
          <a:prstGeom prst="roundRect">
            <a:avLst>
              <a:gd name="adj" fmla="val 4000"/>
            </a:avLst>
          </a:prstGeom>
          <a:solidFill>
            <a:srgbClr val="FFFFFF"/>
          </a:solidFill>
          <a:ln w="12700">
            <a:solidFill>
              <a:srgbClr val="D9D9D9"/>
            </a:solidFill>
          </a:ln>
        </p:spPr>
      </p:sp>
      <p:sp>
        <p:nvSpPr>
          <p:cNvPr id="1026" name="TextBox_1026"/>
          <p:cNvSpPr txBox="1"/>
          <p:nvPr/>
        </p:nvSpPr>
        <p:spPr>
          <a:xfrm>
            <a:off x="6438200" y="2180000"/>
            <a:ext cx="48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BE2727"/>
                </a:solidFill>
                <a:latin typeface="Arial"/>
                <a:ea typeface="Arial"/>
                <a:cs typeface="Arial"/>
              </a:rPr>
              <a:t>Các điểm cẩn trọng chính</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Gây lỗi ReferenceError khi cố gắng gọi Function Expression nằm trong Temporal Dead Zone.</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Thân hàm không có từ khóa return mặc định sẽ trả về undefined cho nơi gọi.</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Phân biệt rõ: Parameters là biến giữ chỗ khi định nghĩa, Arguments là giá trị thực tế truyền vào.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28" name="Title_1028"/>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Hoạt động: Dự đoán kết quả</a:t>
            </a:r>
          </a:p>
        </p:txBody>
      </p:sp>
      <p:sp>
        <p:nvSpPr>
          <p:cNvPr id="1029" name="H2_1029"/>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
            </a:r>
          </a:p>
        </p:txBody>
      </p:sp>
      <p:sp>
        <p:nvSpPr>
          <p:cNvPr id="1030" name="CardBg_1030"/>
          <p:cNvSpPr/>
          <p:nvPr/>
        </p:nvSpPr>
        <p:spPr>
          <a:xfrm>
            <a:off x="838200" y="2000000"/>
            <a:ext cx="5600000" cy="3900000"/>
          </a:xfrm>
          <a:prstGeom prst="roundRect">
            <a:avLst>
              <a:gd name="adj" fmla="val 4000"/>
            </a:avLst>
          </a:prstGeom>
          <a:solidFill>
            <a:srgbClr val="282C34"/>
          </a:solidFill>
          <a:ln w="12700">
            <a:solidFill>
              <a:srgbClr val="D9D9D9"/>
            </a:solidFill>
          </a:ln>
        </p:spPr>
      </p:sp>
      <p:sp>
        <p:nvSpPr>
          <p:cNvPr id="1031" name="TextBox_1031"/>
          <p:cNvSpPr txBox="1"/>
          <p:nvPr/>
        </p:nvSpPr>
        <p:spPr>
          <a:xfrm>
            <a:off x="938200" y="2050000"/>
            <a:ext cx="54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Code</a:t>
            </a:r>
          </a:p>
        </p:txBody>
      </p:sp>
      <p:sp>
        <p:nvSpPr>
          <p:cNvPr id="1032" name="TextBox_1032"/>
          <p:cNvSpPr txBox="1"/>
          <p:nvPr/>
        </p:nvSpPr>
        <p:spPr>
          <a:xfrm>
            <a:off x="938200" y="2420000"/>
            <a:ext cx="54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getMessage</a:t>
            </a:r>
            <a:r>
              <a:rPr b="0" i="0" lang="vi-VN" sz="1400">
                <a:solidFill>
                  <a:srgbClr val="ABB2BF"/>
                </a:solidFill>
                <a:latin typeface="Consolas"/>
                <a:ea typeface="Consolas"/>
                <a:cs typeface="Consolas"/>
              </a:rPr>
              <a:t>(</a:t>
            </a:r>
            <a:r>
              <a:rPr b="0" i="0" lang="vi-VN" sz="1400">
                <a:solidFill>
                  <a:srgbClr val="98C379"/>
                </a:solidFill>
                <a:latin typeface="Consolas"/>
                <a:ea typeface="Consolas"/>
                <a:cs typeface="Consolas"/>
              </a:rPr>
              <a:t>"Rikkei"</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getMessage</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name</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98C379"/>
                </a:solidFill>
                <a:latin typeface="Consolas"/>
                <a:ea typeface="Consolas"/>
                <a:cs typeface="Consolas"/>
              </a:rPr>
              <a:t>"Xin chào "</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name</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getRole</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var</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getRole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98C379"/>
                </a:solidFill>
                <a:latin typeface="Consolas"/>
                <a:ea typeface="Consolas"/>
                <a:cs typeface="Consolas"/>
              </a:rPr>
              <a:t>"Admin"</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p:txBody>
      </p:sp>
      <p:sp>
        <p:nvSpPr>
          <p:cNvPr id="1033" name="CardBg_1033"/>
          <p:cNvSpPr/>
          <p:nvPr/>
        </p:nvSpPr>
        <p:spPr>
          <a:xfrm>
            <a:off x="6638200" y="2000000"/>
            <a:ext cx="4800000" cy="3900000"/>
          </a:xfrm>
          <a:prstGeom prst="roundRect">
            <a:avLst>
              <a:gd name="adj" fmla="val 4000"/>
            </a:avLst>
          </a:prstGeom>
          <a:solidFill>
            <a:srgbClr val="FFFFFF"/>
          </a:solidFill>
          <a:ln w="12700">
            <a:solidFill>
              <a:srgbClr val="D9D9D9"/>
            </a:solidFill>
          </a:ln>
        </p:spPr>
      </p:sp>
      <p:sp>
        <p:nvSpPr>
          <p:cNvPr id="1034" name="TextBox_1034"/>
          <p:cNvSpPr txBox="1"/>
          <p:nvPr/>
        </p:nvSpPr>
        <p:spPr>
          <a:xfrm>
            <a:off x="6838200" y="2180000"/>
            <a:ext cx="44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700">
                <a:solidFill>
                  <a:srgbClr val="BE2727"/>
                </a:solidFill>
                <a:latin typeface="Arial"/>
                <a:ea typeface="Arial"/>
                <a:cs typeface="Arial"/>
              </a:rPr>
              <a:t>Đoạn mã JavaScript sau đây sẽ cho kết quả thực thi như thế nào trên Console?</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A. </a:t>
            </a:r>
            <a:r>
              <a:rPr b="0" i="0" lang="vi-VN" sz="1600">
                <a:solidFill>
                  <a:srgbClr val="000000"/>
                </a:solidFill>
                <a:latin typeface="Arial"/>
                <a:ea typeface="Arial"/>
                <a:cs typeface="Arial"/>
              </a:rPr>
              <a:t>In ra "Xin chào Rikkei" sau đó ném lỗi TypeError: getRole is not a function</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B. </a:t>
            </a:r>
            <a:r>
              <a:rPr b="0" i="0" lang="vi-VN" sz="1600">
                <a:solidFill>
                  <a:srgbClr val="000000"/>
                </a:solidFill>
                <a:latin typeface="Arial"/>
                <a:ea typeface="Arial"/>
                <a:cs typeface="Arial"/>
              </a:rPr>
              <a:t>In ra "Xin chào Rikkei" và "Admin"</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C. </a:t>
            </a:r>
            <a:r>
              <a:rPr b="0" i="0" lang="vi-VN" sz="1600">
                <a:solidFill>
                  <a:srgbClr val="000000"/>
                </a:solidFill>
                <a:latin typeface="Arial"/>
                <a:ea typeface="Arial"/>
                <a:cs typeface="Arial"/>
              </a:rPr>
              <a:t>Ném lỗi ReferenceError ngay tại dòng 1</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D. </a:t>
            </a:r>
            <a:r>
              <a:rPr b="0" i="0" lang="vi-VN" sz="1600">
                <a:solidFill>
                  <a:srgbClr val="000000"/>
                </a:solidFill>
                <a:latin typeface="Arial"/>
                <a:ea typeface="Arial"/>
                <a:cs typeface="Arial"/>
              </a:rPr>
              <a:t>In ra undefined cho cả hai dòng console.log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36" name="Title_1036"/>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Arrow Function ES6 — 1/3</a:t>
            </a:r>
          </a:p>
        </p:txBody>
      </p:sp>
      <p:sp>
        <p:nvSpPr>
          <p:cNvPr id="1037" name="H2_1037"/>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Arrow Function giúp cô đọng cú pháp và hỗ trợ ngầm định trả về kết quả đối với thân hàm đơn dòng.</a:t>
            </a:r>
          </a:p>
        </p:txBody>
      </p:sp>
      <p:sp>
        <p:nvSpPr>
          <p:cNvPr id="1038" name="CardBg_1038"/>
          <p:cNvSpPr/>
          <p:nvPr/>
        </p:nvSpPr>
        <p:spPr>
          <a:xfrm>
            <a:off x="838200" y="2000000"/>
            <a:ext cx="5150000" cy="3900000"/>
          </a:xfrm>
          <a:prstGeom prst="roundRect">
            <a:avLst>
              <a:gd name="adj" fmla="val 4000"/>
            </a:avLst>
          </a:prstGeom>
          <a:solidFill>
            <a:srgbClr val="FFFFFF"/>
          </a:solidFill>
          <a:ln w="12700">
            <a:solidFill>
              <a:srgbClr val="D9D9D9"/>
            </a:solidFill>
          </a:ln>
        </p:spPr>
      </p:sp>
      <p:sp>
        <p:nvSpPr>
          <p:cNvPr id="1039" name="TextBox_1039"/>
          <p:cNvSpPr txBox="1"/>
          <p:nvPr/>
        </p:nvSpPr>
        <p:spPr>
          <a:xfrm>
            <a:off x="103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BE2727"/>
                </a:solidFill>
                <a:latin typeface="Arial"/>
                <a:ea typeface="Arial"/>
                <a:cs typeface="Arial"/>
              </a:rPr>
              <a:t>Thân hàm 1 dòng (Implicit Return)</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 Concise Body: Bỏ {} và return</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const calculateSubtotal = (price, quantity) =&gt; price * quantity;</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console.log(calculateSubtotal(50000, 3));</a:t>
            </a:r>
          </a:p>
          <a:p>
            <a:pPr indent="0" marL="0" lvl="0" rtl="0" algn="l">
              <a:lnSpc>
                <a:spcPct val="150000"/>
              </a:lnSpc>
              <a:spcBef>
                <a:spcPts val="0"/>
              </a:spcBef>
              <a:spcAft>
                <a:spcPts val="80"/>
              </a:spcAft>
              <a:buNone/>
            </a:pPr>
            <a:r>
              <a:rPr b="0" i="0" lang="vi-VN" sz="1400">
                <a:solidFill>
                  <a:srgbClr val="595959"/>
                </a:solidFill>
                <a:latin typeface="Consolas"/>
                <a:ea typeface="Consolas"/>
                <a:cs typeface="Consolas"/>
              </a:rPr>
              <a:t>// Kết quả: 150000</a:t>
            </a:r>
          </a:p>
          <a:p>
            <a:pPr indent="0" marL="0" lvl="0" rtl="0" algn="l">
              <a:lnSpc>
                <a:spcPct val="150000"/>
              </a:lnSpc>
              <a:spcBef>
                <a:spcPts val="0"/>
              </a:spcBef>
              <a:spcAft>
                <a:spcPts val="150"/>
              </a:spcAft>
              <a:buNone/>
            </a:pPr>
            <a:r>
              <a:rPr b="0" i="0" lang="vi-VN" sz="800">
                <a:solidFill>
                  <a:srgbClr val="000000"/>
                </a:solidFill>
                <a:latin typeface="Arial"/>
                <a:ea typeface="Arial"/>
                <a:cs typeface="Arial"/>
              </a:rPr>
              <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Loại bỏ cặp ngoặc nhọn {} và từ khóa return đối với các biểu thức 1 dòng.</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Giá trị của biểu thức tự động được trả về cho nơi gọi hàm.</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Tối ưu độ ngắn gọn cho các hàm tính toán biến đổi dữ liệu đơn giản.</a:t>
            </a:r>
          </a:p>
        </p:txBody>
      </p:sp>
      <p:sp>
        <p:nvSpPr>
          <p:cNvPr id="1040" name="CardBg_1040"/>
          <p:cNvSpPr/>
          <p:nvPr/>
        </p:nvSpPr>
        <p:spPr>
          <a:xfrm>
            <a:off x="6288200" y="2000000"/>
            <a:ext cx="5150000" cy="3900000"/>
          </a:xfrm>
          <a:prstGeom prst="roundRect">
            <a:avLst>
              <a:gd name="adj" fmla="val 4000"/>
            </a:avLst>
          </a:prstGeom>
          <a:solidFill>
            <a:srgbClr val="FFFFFF"/>
          </a:solidFill>
          <a:ln w="12700">
            <a:solidFill>
              <a:srgbClr val="D9D9D9"/>
            </a:solidFill>
          </a:ln>
        </p:spPr>
      </p:sp>
      <p:sp>
        <p:nvSpPr>
          <p:cNvPr id="1041" name="TextBox_1041"/>
          <p:cNvSpPr txBox="1"/>
          <p:nvPr/>
        </p:nvSpPr>
        <p:spPr>
          <a:xfrm>
            <a:off x="648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2E7D32"/>
                </a:solidFill>
                <a:latin typeface="Arial"/>
                <a:ea typeface="Arial"/>
                <a:cs typeface="Arial"/>
              </a:rPr>
              <a:t>Thân hàm nhiều dòng (Block Body)</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 Block Body: Bắt buộc {} và return</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const calculateSubtotal = (price, quantity) =&gt; {</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  const netTotal = price * quantity;</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  return netTotal;</a:t>
            </a:r>
          </a:p>
          <a:p>
            <a:pPr indent="0" marL="0" lvl="0" rtl="0" algn="l">
              <a:lnSpc>
                <a:spcPct val="150000"/>
              </a:lnSpc>
              <a:spcBef>
                <a:spcPts val="0"/>
              </a:spcBef>
              <a:spcAft>
                <a:spcPts val="80"/>
              </a:spcAft>
              <a:buNone/>
            </a:pPr>
            <a:r>
              <a:rPr b="0" i="0" lang="vi-VN" sz="1400">
                <a:solidFill>
                  <a:srgbClr val="000000"/>
                </a:solidFill>
                <a:latin typeface="Consolas"/>
                <a:ea typeface="Consolas"/>
                <a:cs typeface="Consolas"/>
              </a:rPr>
              <a:t>};</a:t>
            </a:r>
          </a:p>
          <a:p>
            <a:pPr indent="0" marL="0" lvl="0" rtl="0" algn="l">
              <a:lnSpc>
                <a:spcPct val="150000"/>
              </a:lnSpc>
              <a:spcBef>
                <a:spcPts val="0"/>
              </a:spcBef>
              <a:spcAft>
                <a:spcPts val="150"/>
              </a:spcAft>
              <a:buNone/>
            </a:pPr>
            <a:r>
              <a:rPr b="0" i="0" lang="vi-VN" sz="800">
                <a:solidFill>
                  <a:srgbClr val="000000"/>
                </a:solidFill>
                <a:latin typeface="Arial"/>
                <a:ea typeface="Arial"/>
                <a:cs typeface="Arial"/>
              </a:rPr>
              <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Bắt buộc dùng cặp ngoặc nhọn {} khi thân hàm có từ 2 câu lệnh trở lên.</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Bắt buộc viết từ khóa return rõ ràng để trả về kết quả.</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Nếu dùng cặp ngoặc {} mà quên từ khóa return, hàm sẽ trả về undefined.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43" name="Title_1043"/>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Arrow Function ES6 — 2/3</a:t>
            </a:r>
          </a:p>
        </p:txBody>
      </p:sp>
      <p:sp>
        <p:nvSpPr>
          <p:cNvPr id="1044" name="H2_1044"/>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Tham số mặc định thiết lập giá trị phòng thủ khi đối số bị thiếu hoặc mang giá trị undefined.</a:t>
            </a:r>
          </a:p>
        </p:txBody>
      </p:sp>
      <p:sp>
        <p:nvSpPr>
          <p:cNvPr id="1045" name="CardBg_1045"/>
          <p:cNvSpPr/>
          <p:nvPr/>
        </p:nvSpPr>
        <p:spPr>
          <a:xfrm>
            <a:off x="838200" y="2000000"/>
            <a:ext cx="5200000" cy="3900000"/>
          </a:xfrm>
          <a:prstGeom prst="roundRect">
            <a:avLst>
              <a:gd name="adj" fmla="val 4000"/>
            </a:avLst>
          </a:prstGeom>
          <a:solidFill>
            <a:srgbClr val="282C34"/>
          </a:solidFill>
          <a:ln w="12700">
            <a:solidFill>
              <a:srgbClr val="D9D9D9"/>
            </a:solidFill>
          </a:ln>
        </p:spPr>
      </p:sp>
      <p:sp>
        <p:nvSpPr>
          <p:cNvPr id="1046" name="TextBox_1046"/>
          <p:cNvSpPr txBox="1"/>
          <p:nvPr/>
        </p:nvSpPr>
        <p:spPr>
          <a:xfrm>
            <a:off x="938200" y="2050000"/>
            <a:ext cx="50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Default Parameters trong tính phí lưu kho</a:t>
            </a:r>
          </a:p>
        </p:txBody>
      </p:sp>
      <p:sp>
        <p:nvSpPr>
          <p:cNvPr id="1047" name="TextBox_1047"/>
          <p:cNvSpPr txBox="1"/>
          <p:nvPr/>
        </p:nvSpPr>
        <p:spPr>
          <a:xfrm>
            <a:off x="938200" y="2420000"/>
            <a:ext cx="50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calculateStorageFee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shippingFee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30000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discount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&gt;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netTotal</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subtotal</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shippingFee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discount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netTotal</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1. Thiếu đối số -&gt; Tự nhận 30000 và 0</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calculateStorageFee</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150000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Kết quả: 180000</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2. Truyền đầy đủ đối số -&gt; Ghi đè giá trị mặc định</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calculateStorageFee</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150000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15000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20000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Kết quả: 145000</a:t>
            </a:r>
          </a:p>
        </p:txBody>
      </p:sp>
      <p:sp>
        <p:nvSpPr>
          <p:cNvPr id="1048" name="CardBg_1048"/>
          <p:cNvSpPr/>
          <p:nvPr/>
        </p:nvSpPr>
        <p:spPr>
          <a:xfrm>
            <a:off x="6238200" y="2000000"/>
            <a:ext cx="5200000" cy="3900000"/>
          </a:xfrm>
          <a:prstGeom prst="roundRect">
            <a:avLst>
              <a:gd name="adj" fmla="val 4000"/>
            </a:avLst>
          </a:prstGeom>
          <a:solidFill>
            <a:srgbClr val="FFFFFF"/>
          </a:solidFill>
          <a:ln w="12700">
            <a:solidFill>
              <a:srgbClr val="D9D9D9"/>
            </a:solidFill>
          </a:ln>
        </p:spPr>
      </p:sp>
      <p:sp>
        <p:nvSpPr>
          <p:cNvPr id="1049" name="TextBox_1049"/>
          <p:cNvSpPr txBox="1"/>
          <p:nvPr/>
        </p:nvSpPr>
        <p:spPr>
          <a:xfrm>
            <a:off x="6438200" y="2180000"/>
            <a:ext cx="48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BE2727"/>
                </a:solidFill>
                <a:latin typeface="Arial"/>
                <a:ea typeface="Arial"/>
                <a:cs typeface="Arial"/>
              </a:rPr>
              <a:t>Quy tắc Default Parameters</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Giá trị mặc định chỉ kích hoạt khi đối số bị thiếu hoặc có giá trị chính xác là undefined.</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Các giá trị falsy như 0, chuỗi rỗng "", false hoặc null vẫn sẽ ghi đè giá trị mặc định.</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Thứ tự tham số chuẩn: Đặt tất cả tham số bắt buộc ở đầu và tham số tùy chọn ở cuối danh sách.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51" name="Title_1051"/>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Arrow Function ES6 — 3/3</a:t>
            </a:r>
          </a:p>
        </p:txBody>
      </p:sp>
      <p:sp>
        <p:nvSpPr>
          <p:cNvPr id="1052" name="H2_1052"/>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Quy trình giải quyết đối số truyền vào tham số có thiết lập giá trị mặc định.</a:t>
            </a:r>
          </a:p>
        </p:txBody>
      </p:sp>
      <p:sp>
        <p:nvSpPr>
          <p:cNvPr id="1053" name="Flow_1053"/>
          <p:cNvSpPr/>
          <p:nvPr/>
        </p:nvSpPr>
        <p:spPr>
          <a:xfrm>
            <a:off x="4360000" y="2000000"/>
            <a:ext cx="3480000" cy="500000"/>
          </a:xfrm>
          <a:prstGeom prst="ellipse">
            <a:avLst/>
          </a:prstGeom>
          <a:solidFill>
            <a:srgbClr val="BE2727"/>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FFFFFF"/>
                </a:solidFill>
                <a:latin typeface="Arial"/>
              </a:rPr>
              <a:t>Gọi hàm với danh sách đối số truyền vào</a:t>
            </a:r>
          </a:p>
        </p:txBody>
      </p:sp>
      <p:sp>
        <p:nvSpPr>
          <p:cNvPr id="1054" name="Flow_1054"/>
          <p:cNvSpPr/>
          <p:nvPr/>
        </p:nvSpPr>
        <p:spPr>
          <a:xfrm>
            <a:off x="3200000" y="2720000"/>
            <a:ext cx="5800000" cy="500000"/>
          </a:xfrm>
          <a:prstGeom prst="diamond">
            <a:avLst/>
          </a:prstGeom>
          <a:solidFill>
            <a:srgbClr val="FFFFFF"/>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000000"/>
                </a:solidFill>
                <a:latin typeface="Arial"/>
              </a:rPr>
              <a:t>Đối số === undefined hoặc bị thiếu?</a:t>
            </a:r>
          </a:p>
        </p:txBody>
      </p:sp>
      <p:sp>
        <p:nvSpPr>
          <p:cNvPr id="1055" name="Flow_1055"/>
          <p:cNvSpPr/>
          <p:nvPr/>
        </p:nvSpPr>
        <p:spPr>
          <a:xfrm>
            <a:off x="3200000" y="3440000"/>
            <a:ext cx="5800000" cy="500000"/>
          </a:xfrm>
          <a:prstGeom prst="roundRect">
            <a:avLst/>
          </a:prstGeom>
          <a:solidFill>
            <a:srgbClr val="FFFFFF"/>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000000"/>
                </a:solidFill>
                <a:latin typeface="Arial"/>
              </a:rPr>
              <a:t>Gán giá trị mặc định (Default Parameter)</a:t>
            </a:r>
          </a:p>
        </p:txBody>
      </p:sp>
      <p:sp>
        <p:nvSpPr>
          <p:cNvPr id="1056" name="Flow_1056"/>
          <p:cNvSpPr/>
          <p:nvPr/>
        </p:nvSpPr>
        <p:spPr>
          <a:xfrm>
            <a:off x="3200000" y="4160000"/>
            <a:ext cx="5800000" cy="500000"/>
          </a:xfrm>
          <a:prstGeom prst="roundRect">
            <a:avLst/>
          </a:prstGeom>
          <a:solidFill>
            <a:srgbClr val="FFFFFF"/>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000000"/>
                </a:solidFill>
                <a:latin typeface="Arial"/>
              </a:rPr>
              <a:t>Sử dụng giá trị đối số thực tế được truyền</a:t>
            </a:r>
          </a:p>
        </p:txBody>
      </p:sp>
      <p:sp>
        <p:nvSpPr>
          <p:cNvPr id="1057" name="Flow_1057"/>
          <p:cNvSpPr/>
          <p:nvPr/>
        </p:nvSpPr>
        <p:spPr>
          <a:xfrm>
            <a:off x="3200000" y="4880000"/>
            <a:ext cx="5800000" cy="500000"/>
          </a:xfrm>
          <a:prstGeom prst="roundRect">
            <a:avLst/>
          </a:prstGeom>
          <a:solidFill>
            <a:srgbClr val="FFFFFF"/>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000000"/>
                </a:solidFill>
                <a:latin typeface="Arial"/>
              </a:rPr>
              <a:t>Thực thi tính toán logic trong thân hàm</a:t>
            </a:r>
          </a:p>
        </p:txBody>
      </p:sp>
      <p:sp>
        <p:nvSpPr>
          <p:cNvPr id="1058" name="Flow_1058"/>
          <p:cNvSpPr/>
          <p:nvPr/>
        </p:nvSpPr>
        <p:spPr>
          <a:xfrm>
            <a:off x="4360000" y="5600000"/>
            <a:ext cx="3480000" cy="500000"/>
          </a:xfrm>
          <a:prstGeom prst="ellipse">
            <a:avLst/>
          </a:prstGeom>
          <a:solidFill>
            <a:srgbClr val="BE2727"/>
          </a:solidFill>
          <a:ln w="19050">
            <a:solidFill>
              <a:srgbClr val="BE2727"/>
            </a:solidFill>
          </a:ln>
        </p:spPr>
        <p:txBody>
          <a:bodyPr anchor="ctr" anchorCtr="1" wrap="square" lIns="45700" rIns="45700" tIns="22900" bIns="22900">
            <a:normAutofit/>
          </a:bodyPr>
          <a:lstStyle/>
          <a:p>
            <a:pPr algn="ctr">
              <a:lnSpc>
                <a:spcPct val="110000"/>
              </a:lnSpc>
              <a:buNone/>
            </a:pPr>
            <a:r>
              <a:rPr b="1" lang="vi-VN" sz="1400">
                <a:solidFill>
                  <a:srgbClr val="FFFFFF"/>
                </a:solidFill>
                <a:latin typeface="Arial"/>
              </a:rPr>
              <a:t>Trả về kết quả (Implicit hoặc Explicit Return)</a:t>
            </a:r>
          </a:p>
        </p:txBody>
      </p:sp>
      <p:cxnSp>
        <p:nvCxnSpPr>
          <p:cNvPr id="1059" name="Connector_1059"/>
          <p:cNvCxnSpPr/>
          <p:nvPr/>
        </p:nvCxnSpPr>
        <p:spPr>
          <a:xfrm flipH="0" flipV="0">
            <a:off x="6100000" y="2500000"/>
            <a:ext cx="0" cy="220000"/>
          </a:xfrm>
          <a:prstGeom prst="straightConnector1">
            <a:avLst/>
          </a:prstGeom>
          <a:ln w="19050">
            <a:solidFill>
              <a:srgbClr val="595959"/>
            </a:solidFill>
            <a:tailEnd type="triangle" w="med" len="med"/>
          </a:ln>
        </p:spPr>
      </p:cxnSp>
      <p:cxnSp>
        <p:nvCxnSpPr>
          <p:cNvPr id="1060" name="Connector_1060"/>
          <p:cNvCxnSpPr/>
          <p:nvPr/>
        </p:nvCxnSpPr>
        <p:spPr>
          <a:xfrm flipH="0" flipV="0">
            <a:off x="6100000" y="3220000"/>
            <a:ext cx="0" cy="220000"/>
          </a:xfrm>
          <a:prstGeom prst="straightConnector1">
            <a:avLst/>
          </a:prstGeom>
          <a:ln w="19050">
            <a:solidFill>
              <a:srgbClr val="595959"/>
            </a:solidFill>
            <a:tailEnd type="triangle" w="med" len="med"/>
          </a:ln>
        </p:spPr>
      </p:cxnSp>
      <p:cxnSp>
        <p:nvCxnSpPr>
          <p:cNvPr id="1061" name="Connector_1061"/>
          <p:cNvCxnSpPr/>
          <p:nvPr/>
        </p:nvCxnSpPr>
        <p:spPr>
          <a:xfrm flipH="0" flipV="0">
            <a:off x="6100000" y="3940000"/>
            <a:ext cx="0" cy="220000"/>
          </a:xfrm>
          <a:prstGeom prst="straightConnector1">
            <a:avLst/>
          </a:prstGeom>
          <a:ln w="19050">
            <a:solidFill>
              <a:srgbClr val="595959"/>
            </a:solidFill>
            <a:tailEnd type="triangle" w="med" len="med"/>
          </a:ln>
        </p:spPr>
      </p:cxnSp>
      <p:cxnSp>
        <p:nvCxnSpPr>
          <p:cNvPr id="1062" name="Connector_1062"/>
          <p:cNvCxnSpPr/>
          <p:nvPr/>
        </p:nvCxnSpPr>
        <p:spPr>
          <a:xfrm flipH="0" flipV="0">
            <a:off x="6100000" y="4660000"/>
            <a:ext cx="0" cy="220000"/>
          </a:xfrm>
          <a:prstGeom prst="straightConnector1">
            <a:avLst/>
          </a:prstGeom>
          <a:ln w="19050">
            <a:solidFill>
              <a:srgbClr val="595959"/>
            </a:solidFill>
            <a:tailEnd type="triangle" w="med" len="med"/>
          </a:ln>
        </p:spPr>
      </p:cxnSp>
      <p:cxnSp>
        <p:nvCxnSpPr>
          <p:cNvPr id="1063" name="Connector_1063"/>
          <p:cNvCxnSpPr/>
          <p:nvPr/>
        </p:nvCxnSpPr>
        <p:spPr>
          <a:xfrm flipH="0" flipV="0">
            <a:off x="6100000" y="5380000"/>
            <a:ext cx="0" cy="220000"/>
          </a:xfrm>
          <a:prstGeom prst="straightConnector1">
            <a:avLst/>
          </a:prstGeom>
          <a:ln w="19050">
            <a:solidFill>
              <a:srgbClr val="595959"/>
            </a:solidFill>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65" name="Title_1065"/>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Hoạt động: Kiểm tra nhanh</a:t>
            </a:r>
          </a:p>
        </p:txBody>
      </p:sp>
      <p:sp>
        <p:nvSpPr>
          <p:cNvPr id="1066" name="H2_1066"/>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
            </a:r>
          </a:p>
        </p:txBody>
      </p:sp>
      <p:sp>
        <p:nvSpPr>
          <p:cNvPr id="1067" name="CardBg_1067"/>
          <p:cNvSpPr/>
          <p:nvPr/>
        </p:nvSpPr>
        <p:spPr>
          <a:xfrm>
            <a:off x="838200" y="2000000"/>
            <a:ext cx="5600000" cy="3900000"/>
          </a:xfrm>
          <a:prstGeom prst="roundRect">
            <a:avLst>
              <a:gd name="adj" fmla="val 4000"/>
            </a:avLst>
          </a:prstGeom>
          <a:solidFill>
            <a:srgbClr val="282C34"/>
          </a:solidFill>
          <a:ln w="12700">
            <a:solidFill>
              <a:srgbClr val="D9D9D9"/>
            </a:solidFill>
          </a:ln>
        </p:spPr>
      </p:sp>
      <p:sp>
        <p:nvSpPr>
          <p:cNvPr id="1068" name="TextBox_1068"/>
          <p:cNvSpPr txBox="1"/>
          <p:nvPr/>
        </p:nvSpPr>
        <p:spPr>
          <a:xfrm>
            <a:off x="938200" y="2050000"/>
            <a:ext cx="54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Code</a:t>
            </a:r>
          </a:p>
        </p:txBody>
      </p:sp>
      <p:sp>
        <p:nvSpPr>
          <p:cNvPr id="1069" name="TextBox_1069"/>
          <p:cNvSpPr txBox="1"/>
          <p:nvPr/>
        </p:nvSpPr>
        <p:spPr>
          <a:xfrm>
            <a:off x="938200" y="2420000"/>
            <a:ext cx="54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calculateFee</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amount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discount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10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tax</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&gt;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amount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discount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tax</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calculateFee</a:t>
            </a:r>
            <a:r>
              <a:rPr b="0" i="0" lang="vi-VN" sz="1400">
                <a:solidFill>
                  <a:srgbClr val="ABB2BF"/>
                </a:solidFill>
                <a:latin typeface="Consolas"/>
                <a:ea typeface="Consolas"/>
                <a:cs typeface="Consolas"/>
              </a:rPr>
              <a:t>(</a:t>
            </a:r>
            <a:r>
              <a:rPr b="0" i="0" lang="vi-VN" sz="1400">
                <a:solidFill>
                  <a:srgbClr val="D19A66"/>
                </a:solidFill>
                <a:latin typeface="Consolas"/>
                <a:ea typeface="Consolas"/>
                <a:cs typeface="Consolas"/>
              </a:rPr>
              <a:t>100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undefined</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p:txBody>
      </p:sp>
      <p:sp>
        <p:nvSpPr>
          <p:cNvPr id="1070" name="CardBg_1070"/>
          <p:cNvSpPr/>
          <p:nvPr/>
        </p:nvSpPr>
        <p:spPr>
          <a:xfrm>
            <a:off x="6638200" y="2000000"/>
            <a:ext cx="4800000" cy="3900000"/>
          </a:xfrm>
          <a:prstGeom prst="roundRect">
            <a:avLst>
              <a:gd name="adj" fmla="val 4000"/>
            </a:avLst>
          </a:prstGeom>
          <a:solidFill>
            <a:srgbClr val="FFFFFF"/>
          </a:solidFill>
          <a:ln w="12700">
            <a:solidFill>
              <a:srgbClr val="D9D9D9"/>
            </a:solidFill>
          </a:ln>
        </p:spPr>
      </p:sp>
      <p:sp>
        <p:nvSpPr>
          <p:cNvPr id="1071" name="TextBox_1071"/>
          <p:cNvSpPr txBox="1"/>
          <p:nvPr/>
        </p:nvSpPr>
        <p:spPr>
          <a:xfrm>
            <a:off x="6838200" y="2180000"/>
            <a:ext cx="44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700">
                <a:solidFill>
                  <a:srgbClr val="BE2727"/>
                </a:solidFill>
                <a:latin typeface="Arial"/>
                <a:ea typeface="Arial"/>
                <a:cs typeface="Arial"/>
              </a:rPr>
              <a:t>Cho hàm `calculateFee(amount, discount = 10, tax = 0)` và lời gọi `calculateFee(100, 0, undefined)`. Giá trị nhận được của discount và tax lần lượt là bao nhiêu?</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A. </a:t>
            </a:r>
            <a:r>
              <a:rPr b="0" i="0" lang="vi-VN" sz="1600">
                <a:solidFill>
                  <a:srgbClr val="000000"/>
                </a:solidFill>
                <a:latin typeface="Arial"/>
                <a:ea typeface="Arial"/>
                <a:cs typeface="Arial"/>
              </a:rPr>
              <a:t>discount nhận 0, tax nhận 0 (kết quả trả về: 100)</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B. </a:t>
            </a:r>
            <a:r>
              <a:rPr b="0" i="0" lang="vi-VN" sz="1600">
                <a:solidFill>
                  <a:srgbClr val="000000"/>
                </a:solidFill>
                <a:latin typeface="Arial"/>
                <a:ea typeface="Arial"/>
                <a:cs typeface="Arial"/>
              </a:rPr>
              <a:t>discount nhận 10, tax nhận 0 (kết quả trả về: 90)</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C. </a:t>
            </a:r>
            <a:r>
              <a:rPr b="0" i="0" lang="vi-VN" sz="1600">
                <a:solidFill>
                  <a:srgbClr val="000000"/>
                </a:solidFill>
                <a:latin typeface="Arial"/>
                <a:ea typeface="Arial"/>
                <a:cs typeface="Arial"/>
              </a:rPr>
              <a:t>discount nhận 0, tax nhận undefined (kết quả trả về: NaN)</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D. </a:t>
            </a:r>
            <a:r>
              <a:rPr b="0" i="0" lang="vi-VN" sz="1600">
                <a:solidFill>
                  <a:srgbClr val="000000"/>
                </a:solidFill>
                <a:latin typeface="Arial"/>
                <a:ea typeface="Arial"/>
                <a:cs typeface="Arial"/>
              </a:rPr>
              <a:t>discount nhận 10, tax nhận undefined (kết quả trả về: NaN)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73" name="Title_1073"/>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Scope &amp; Closure — 1/2</a:t>
            </a:r>
          </a:p>
        </p:txBody>
      </p:sp>
      <p:sp>
        <p:nvSpPr>
          <p:cNvPr id="1074" name="H2_1074"/>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Phạm vi biến (Scope) xác định ranh giới truy cập dữ liệu và ngăn chặn hiện tượng rò rỉ biến.</a:t>
            </a:r>
          </a:p>
        </p:txBody>
      </p:sp>
      <p:sp>
        <p:nvSpPr>
          <p:cNvPr id="1075" name="CardBg_1075"/>
          <p:cNvSpPr/>
          <p:nvPr/>
        </p:nvSpPr>
        <p:spPr>
          <a:xfrm>
            <a:off x="838200" y="2000000"/>
            <a:ext cx="5150000" cy="1850000"/>
          </a:xfrm>
          <a:prstGeom prst="roundRect">
            <a:avLst>
              <a:gd name="adj" fmla="val 4000"/>
            </a:avLst>
          </a:prstGeom>
          <a:solidFill>
            <a:srgbClr val="FFFFFF"/>
          </a:solidFill>
          <a:ln w="12700">
            <a:solidFill>
              <a:srgbClr val="D9D9D9"/>
            </a:solidFill>
          </a:ln>
        </p:spPr>
      </p:sp>
      <p:sp>
        <p:nvSpPr>
          <p:cNvPr id="1076" name="TextBox_1076"/>
          <p:cNvSpPr txBox="1"/>
          <p:nvPr/>
        </p:nvSpPr>
        <p:spPr>
          <a:xfrm>
            <a:off x="1018200" y="2140000"/>
            <a:ext cx="4790000" cy="157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150"/>
              </a:spcAft>
              <a:buNone/>
            </a:pPr>
            <a:r>
              <a:rPr b="1" i="0" lang="vi-VN" sz="1700">
                <a:solidFill>
                  <a:srgbClr val="BE2727"/>
                </a:solidFill>
                <a:latin typeface="Arial"/>
                <a:ea typeface="Arial"/>
                <a:cs typeface="Arial"/>
              </a:rPr>
              <a:t>Global Scope</a:t>
            </a:r>
          </a:p>
          <a:p>
            <a:pPr indent="0" marL="0" lvl="0" rtl="0" algn="l">
              <a:lnSpc>
                <a:spcPct val="150000"/>
              </a:lnSpc>
              <a:spcBef>
                <a:spcPts val="0"/>
              </a:spcBef>
              <a:spcAft>
                <a:spcPts val="150"/>
              </a:spcAft>
              <a:buNone/>
            </a:pPr>
            <a:r>
              <a:rPr b="0" i="0" lang="vi-VN" sz="1500">
                <a:solidFill>
                  <a:srgbClr val="000000"/>
                </a:solidFill>
                <a:latin typeface="Arial"/>
                <a:ea typeface="Arial"/>
                <a:cs typeface="Arial"/>
              </a:rPr>
              <a:t>Biến khai báo ngoài cùng, truy cập được từ mọi nơi. Dễ gây ô nhiễm phạm vi (Global Scope Pollution) nếu không kiểm soát.</a:t>
            </a:r>
          </a:p>
          <a:p>
            <a:pPr indent="0" marL="0" lvl="0" rtl="0" algn="l">
              <a:lnSpc>
                <a:spcPct val="150000"/>
              </a:lnSpc>
              <a:spcBef>
                <a:spcPts val="0"/>
              </a:spcBef>
              <a:spcAft>
                <a:spcPts val="0"/>
              </a:spcAft>
              <a:buNone/>
            </a:pPr>
            <a:r>
              <a:rPr b="1" i="0" lang="vi-VN" sz="1400">
                <a:solidFill>
                  <a:srgbClr val="595959"/>
                </a:solidFill>
                <a:latin typeface="Consolas"/>
                <a:ea typeface="Consolas"/>
                <a:cs typeface="Consolas"/>
              </a:rPr>
              <a:t>const API_URL = "https://api.domain.com";</a:t>
            </a:r>
          </a:p>
        </p:txBody>
      </p:sp>
      <p:sp>
        <p:nvSpPr>
          <p:cNvPr id="1077" name="CardBg_1077"/>
          <p:cNvSpPr/>
          <p:nvPr/>
        </p:nvSpPr>
        <p:spPr>
          <a:xfrm>
            <a:off x="6288200" y="2000000"/>
            <a:ext cx="5150000" cy="1850000"/>
          </a:xfrm>
          <a:prstGeom prst="roundRect">
            <a:avLst>
              <a:gd name="adj" fmla="val 4000"/>
            </a:avLst>
          </a:prstGeom>
          <a:solidFill>
            <a:srgbClr val="FFFFFF"/>
          </a:solidFill>
          <a:ln w="12700">
            <a:solidFill>
              <a:srgbClr val="D9D9D9"/>
            </a:solidFill>
          </a:ln>
        </p:spPr>
      </p:sp>
      <p:sp>
        <p:nvSpPr>
          <p:cNvPr id="1078" name="TextBox_1078"/>
          <p:cNvSpPr txBox="1"/>
          <p:nvPr/>
        </p:nvSpPr>
        <p:spPr>
          <a:xfrm>
            <a:off x="6468200" y="2140000"/>
            <a:ext cx="4790000" cy="157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150"/>
              </a:spcAft>
              <a:buNone/>
            </a:pPr>
            <a:r>
              <a:rPr b="1" i="0" lang="vi-VN" sz="1700">
                <a:solidFill>
                  <a:srgbClr val="BE2727"/>
                </a:solidFill>
                <a:latin typeface="Arial"/>
                <a:ea typeface="Arial"/>
                <a:cs typeface="Arial"/>
              </a:rPr>
              <a:t>Function Scope</a:t>
            </a:r>
          </a:p>
          <a:p>
            <a:pPr indent="0" marL="0" lvl="0" rtl="0" algn="l">
              <a:lnSpc>
                <a:spcPct val="150000"/>
              </a:lnSpc>
              <a:spcBef>
                <a:spcPts val="0"/>
              </a:spcBef>
              <a:spcAft>
                <a:spcPts val="150"/>
              </a:spcAft>
              <a:buNone/>
            </a:pPr>
            <a:r>
              <a:rPr b="0" i="0" lang="vi-VN" sz="1500">
                <a:solidFill>
                  <a:srgbClr val="000000"/>
                </a:solidFill>
                <a:latin typeface="Arial"/>
                <a:ea typeface="Arial"/>
                <a:cs typeface="Arial"/>
              </a:rPr>
              <a:t>Biến khai báo bên trong hàm chỉ tồn tại và được truy cập nội bộ trong thân hàm đó.</a:t>
            </a:r>
          </a:p>
          <a:p>
            <a:pPr indent="0" marL="0" lvl="0" rtl="0" algn="l">
              <a:lnSpc>
                <a:spcPct val="150000"/>
              </a:lnSpc>
              <a:spcBef>
                <a:spcPts val="0"/>
              </a:spcBef>
              <a:spcAft>
                <a:spcPts val="0"/>
              </a:spcAft>
              <a:buNone/>
            </a:pPr>
            <a:r>
              <a:rPr b="1" i="0" lang="vi-VN" sz="1400">
                <a:solidFill>
                  <a:srgbClr val="595959"/>
                </a:solidFill>
                <a:latin typeface="Consolas"/>
                <a:ea typeface="Consolas"/>
                <a:cs typeface="Consolas"/>
              </a:rPr>
              <a:t>function init() { let localVal = 10; }</a:t>
            </a:r>
          </a:p>
        </p:txBody>
      </p:sp>
      <p:sp>
        <p:nvSpPr>
          <p:cNvPr id="1079" name="CardBg_1079"/>
          <p:cNvSpPr/>
          <p:nvPr/>
        </p:nvSpPr>
        <p:spPr>
          <a:xfrm>
            <a:off x="838200" y="4000000"/>
            <a:ext cx="5150000" cy="1850000"/>
          </a:xfrm>
          <a:prstGeom prst="roundRect">
            <a:avLst>
              <a:gd name="adj" fmla="val 4000"/>
            </a:avLst>
          </a:prstGeom>
          <a:solidFill>
            <a:srgbClr val="FFFFFF"/>
          </a:solidFill>
          <a:ln w="12700">
            <a:solidFill>
              <a:srgbClr val="D9D9D9"/>
            </a:solidFill>
          </a:ln>
        </p:spPr>
      </p:sp>
      <p:sp>
        <p:nvSpPr>
          <p:cNvPr id="1080" name="TextBox_1080"/>
          <p:cNvSpPr txBox="1"/>
          <p:nvPr/>
        </p:nvSpPr>
        <p:spPr>
          <a:xfrm>
            <a:off x="1018200" y="4140000"/>
            <a:ext cx="4790000" cy="157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150"/>
              </a:spcAft>
              <a:buNone/>
            </a:pPr>
            <a:r>
              <a:rPr b="1" i="0" lang="vi-VN" sz="1700">
                <a:solidFill>
                  <a:srgbClr val="BE2727"/>
                </a:solidFill>
                <a:latin typeface="Arial"/>
                <a:ea typeface="Arial"/>
                <a:cs typeface="Arial"/>
              </a:rPr>
              <a:t>Block Scope</a:t>
            </a:r>
          </a:p>
          <a:p>
            <a:pPr indent="0" marL="0" lvl="0" rtl="0" algn="l">
              <a:lnSpc>
                <a:spcPct val="150000"/>
              </a:lnSpc>
              <a:spcBef>
                <a:spcPts val="0"/>
              </a:spcBef>
              <a:spcAft>
                <a:spcPts val="150"/>
              </a:spcAft>
              <a:buNone/>
            </a:pPr>
            <a:r>
              <a:rPr b="0" i="0" lang="vi-VN" sz="1500">
                <a:solidFill>
                  <a:srgbClr val="000000"/>
                </a:solidFill>
                <a:latin typeface="Arial"/>
                <a:ea typeface="Arial"/>
                <a:cs typeface="Arial"/>
              </a:rPr>
              <a:t>Biến let/const khai báo trong cặp ngoặc {} (if, for) chỉ hoạt động bên trong khối đó.</a:t>
            </a:r>
          </a:p>
          <a:p>
            <a:pPr indent="0" marL="0" lvl="0" rtl="0" algn="l">
              <a:lnSpc>
                <a:spcPct val="150000"/>
              </a:lnSpc>
              <a:spcBef>
                <a:spcPts val="0"/>
              </a:spcBef>
              <a:spcAft>
                <a:spcPts val="0"/>
              </a:spcAft>
              <a:buNone/>
            </a:pPr>
            <a:r>
              <a:rPr b="1" i="0" lang="vi-VN" sz="1400">
                <a:solidFill>
                  <a:srgbClr val="595959"/>
                </a:solidFill>
                <a:latin typeface="Consolas"/>
                <a:ea typeface="Consolas"/>
                <a:cs typeface="Consolas"/>
              </a:rPr>
              <a:t>if (true) { const blockVal = 20; }</a:t>
            </a:r>
          </a:p>
        </p:txBody>
      </p:sp>
      <p:sp>
        <p:nvSpPr>
          <p:cNvPr id="1081" name="CardBg_1081"/>
          <p:cNvSpPr/>
          <p:nvPr/>
        </p:nvSpPr>
        <p:spPr>
          <a:xfrm>
            <a:off x="6288200" y="4000000"/>
            <a:ext cx="5150000" cy="1850000"/>
          </a:xfrm>
          <a:prstGeom prst="roundRect">
            <a:avLst>
              <a:gd name="adj" fmla="val 4000"/>
            </a:avLst>
          </a:prstGeom>
          <a:solidFill>
            <a:srgbClr val="FFFFFF"/>
          </a:solidFill>
          <a:ln w="12700">
            <a:solidFill>
              <a:srgbClr val="D9D9D9"/>
            </a:solidFill>
          </a:ln>
        </p:spPr>
      </p:sp>
      <p:sp>
        <p:nvSpPr>
          <p:cNvPr id="1082" name="TextBox_1082"/>
          <p:cNvSpPr txBox="1"/>
          <p:nvPr/>
        </p:nvSpPr>
        <p:spPr>
          <a:xfrm>
            <a:off x="6468200" y="4140000"/>
            <a:ext cx="4790000" cy="157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150"/>
              </a:spcAft>
              <a:buNone/>
            </a:pPr>
            <a:r>
              <a:rPr b="1" i="0" lang="vi-VN" sz="1700">
                <a:solidFill>
                  <a:srgbClr val="BE2727"/>
                </a:solidFill>
                <a:latin typeface="Arial"/>
                <a:ea typeface="Arial"/>
                <a:cs typeface="Arial"/>
              </a:rPr>
              <a:t>Temporal Dead Zone (TDZ)</a:t>
            </a:r>
          </a:p>
          <a:p>
            <a:pPr indent="0" marL="0" lvl="0" rtl="0" algn="l">
              <a:lnSpc>
                <a:spcPct val="150000"/>
              </a:lnSpc>
              <a:spcBef>
                <a:spcPts val="0"/>
              </a:spcBef>
              <a:spcAft>
                <a:spcPts val="150"/>
              </a:spcAft>
              <a:buNone/>
            </a:pPr>
            <a:r>
              <a:rPr b="0" i="0" lang="vi-VN" sz="1500">
                <a:solidFill>
                  <a:srgbClr val="000000"/>
                </a:solidFill>
                <a:latin typeface="Arial"/>
                <a:ea typeface="Arial"/>
                <a:cs typeface="Arial"/>
              </a:rPr>
              <a:t>Vùng chết thời gian ngăn chặn việc truy cập các biến let/const trước dòng khai báo chính thức.</a:t>
            </a:r>
          </a:p>
          <a:p>
            <a:pPr indent="0" marL="0" lvl="0" rtl="0" algn="l">
              <a:lnSpc>
                <a:spcPct val="150000"/>
              </a:lnSpc>
              <a:spcBef>
                <a:spcPts val="0"/>
              </a:spcBef>
              <a:spcAft>
                <a:spcPts val="0"/>
              </a:spcAft>
              <a:buNone/>
            </a:pPr>
            <a:r>
              <a:rPr b="1" i="0" lang="vi-VN" sz="1400">
                <a:solidFill>
                  <a:srgbClr val="595959"/>
                </a:solidFill>
                <a:latin typeface="Consolas"/>
                <a:ea typeface="Consolas"/>
                <a:cs typeface="Consolas"/>
              </a:rPr>
              <a:t>console.log(a); // ReferenceError
let a = 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84" name="Title_1084"/>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Scope &amp; Closure — 2/2</a:t>
            </a:r>
          </a:p>
        </p:txBody>
      </p:sp>
      <p:sp>
        <p:nvSpPr>
          <p:cNvPr id="1085" name="H2_1085"/>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Closure cho phép hàm con duy trì quyền truy cập biến của hàm ngoài để đóng gói trạng thái (Private State).</a:t>
            </a:r>
          </a:p>
        </p:txBody>
      </p:sp>
      <p:sp>
        <p:nvSpPr>
          <p:cNvPr id="1086" name="CardBg_1086"/>
          <p:cNvSpPr/>
          <p:nvPr/>
        </p:nvSpPr>
        <p:spPr>
          <a:xfrm>
            <a:off x="838200" y="2000000"/>
            <a:ext cx="5200000" cy="3900000"/>
          </a:xfrm>
          <a:prstGeom prst="roundRect">
            <a:avLst>
              <a:gd name="adj" fmla="val 4000"/>
            </a:avLst>
          </a:prstGeom>
          <a:solidFill>
            <a:srgbClr val="282C34"/>
          </a:solidFill>
          <a:ln w="12700">
            <a:solidFill>
              <a:srgbClr val="D9D9D9"/>
            </a:solidFill>
          </a:ln>
        </p:spPr>
      </p:sp>
      <p:sp>
        <p:nvSpPr>
          <p:cNvPr id="1087" name="TextBox_1087"/>
          <p:cNvSpPr txBox="1"/>
          <p:nvPr/>
        </p:nvSpPr>
        <p:spPr>
          <a:xfrm>
            <a:off x="938200" y="2050000"/>
            <a:ext cx="50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Bảo vệ bộ đếm Pallet nhập kho bằng Closure</a:t>
            </a:r>
          </a:p>
        </p:txBody>
      </p:sp>
      <p:sp>
        <p:nvSpPr>
          <p:cNvPr id="1088" name="TextBox_1088"/>
          <p:cNvSpPr txBox="1"/>
          <p:nvPr/>
        </p:nvSpPr>
        <p:spPr>
          <a:xfrm>
            <a:off x="938200" y="2420000"/>
            <a:ext cx="50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createPalletTracker</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 Biến nội bộ được đóng gói an toàn (Private State)</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let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1</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1" lang="vi-VN" sz="1400">
                <a:solidFill>
                  <a:srgbClr val="5C6370"/>
                </a:solidFill>
                <a:latin typeface="Consolas"/>
                <a:ea typeface="Consolas"/>
                <a:cs typeface="Consolas"/>
              </a:rPr>
              <a:t>// Tạo vùng không gian Closure độc lập</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addPallet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createPalletTracker</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addPallet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K</a:t>
            </a:r>
            <a:r>
              <a:rPr b="0" i="0" lang="vi-VN" sz="1400">
                <a:solidFill>
                  <a:srgbClr val="ABB2BF"/>
                </a:solidFill>
                <a:latin typeface="Consolas"/>
                <a:ea typeface="Consolas"/>
                <a:cs typeface="Consolas"/>
              </a:rPr>
              <a:t>ế</a:t>
            </a:r>
            <a:r>
              <a:rPr b="0" i="0" lang="vi-VN" sz="1400">
                <a:solidFill>
                  <a:srgbClr val="ABB2BF"/>
                </a:solidFill>
                <a:latin typeface="Consolas"/>
                <a:ea typeface="Consolas"/>
                <a:cs typeface="Consolas"/>
              </a:rPr>
              <a:t>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t>
            </a:r>
            <a:r>
              <a:rPr b="0" i="0" lang="vi-VN" sz="1400">
                <a:solidFill>
                  <a:srgbClr val="ABB2BF"/>
                </a:solidFill>
                <a:latin typeface="Consolas"/>
                <a:ea typeface="Consolas"/>
                <a:cs typeface="Consolas"/>
              </a:rPr>
              <a:t>ả</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1</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addPallet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K</a:t>
            </a:r>
            <a:r>
              <a:rPr b="0" i="0" lang="vi-VN" sz="1400">
                <a:solidFill>
                  <a:srgbClr val="ABB2BF"/>
                </a:solidFill>
                <a:latin typeface="Consolas"/>
                <a:ea typeface="Consolas"/>
                <a:cs typeface="Consolas"/>
              </a:rPr>
              <a:t>ế</a:t>
            </a:r>
            <a:r>
              <a:rPr b="0" i="0" lang="vi-VN" sz="1400">
                <a:solidFill>
                  <a:srgbClr val="ABB2BF"/>
                </a:solidFill>
                <a:latin typeface="Consolas"/>
                <a:ea typeface="Consolas"/>
                <a:cs typeface="Consolas"/>
              </a:rPr>
              <a:t>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t>
            </a:r>
            <a:r>
              <a:rPr b="0" i="0" lang="vi-VN" sz="1400">
                <a:solidFill>
                  <a:srgbClr val="ABB2BF"/>
                </a:solidFill>
                <a:latin typeface="Consolas"/>
                <a:ea typeface="Consolas"/>
                <a:cs typeface="Consolas"/>
              </a:rPr>
              <a:t>ả</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2</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addPallet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K</a:t>
            </a:r>
            <a:r>
              <a:rPr b="0" i="0" lang="vi-VN" sz="1400">
                <a:solidFill>
                  <a:srgbClr val="ABB2BF"/>
                </a:solidFill>
                <a:latin typeface="Consolas"/>
                <a:ea typeface="Consolas"/>
                <a:cs typeface="Consolas"/>
              </a:rPr>
              <a:t>ế</a:t>
            </a:r>
            <a:r>
              <a:rPr b="0" i="0" lang="vi-VN" sz="1400">
                <a:solidFill>
                  <a:srgbClr val="ABB2BF"/>
                </a:solidFill>
                <a:latin typeface="Consolas"/>
                <a:ea typeface="Consolas"/>
                <a:cs typeface="Consolas"/>
              </a:rPr>
              <a:t>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qu</a:t>
            </a:r>
            <a:r>
              <a:rPr b="0" i="0" lang="vi-VN" sz="1400">
                <a:solidFill>
                  <a:srgbClr val="ABB2BF"/>
                </a:solidFill>
                <a:latin typeface="Consolas"/>
                <a:ea typeface="Consolas"/>
                <a:cs typeface="Consolas"/>
              </a:rPr>
              <a:t>ả</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3</a:t>
            </a:r>
          </a:p>
        </p:txBody>
      </p:sp>
      <p:sp>
        <p:nvSpPr>
          <p:cNvPr id="1089" name="CardBg_1089"/>
          <p:cNvSpPr/>
          <p:nvPr/>
        </p:nvSpPr>
        <p:spPr>
          <a:xfrm>
            <a:off x="6238200" y="2000000"/>
            <a:ext cx="5200000" cy="3900000"/>
          </a:xfrm>
          <a:prstGeom prst="roundRect">
            <a:avLst>
              <a:gd name="adj" fmla="val 4000"/>
            </a:avLst>
          </a:prstGeom>
          <a:solidFill>
            <a:srgbClr val="FFFFFF"/>
          </a:solidFill>
          <a:ln w="12700">
            <a:solidFill>
              <a:srgbClr val="D9D9D9"/>
            </a:solidFill>
          </a:ln>
        </p:spPr>
      </p:sp>
      <p:sp>
        <p:nvSpPr>
          <p:cNvPr id="1090" name="TextBox_1090"/>
          <p:cNvSpPr txBox="1"/>
          <p:nvPr/>
        </p:nvSpPr>
        <p:spPr>
          <a:xfrm>
            <a:off x="6438200" y="2180000"/>
            <a:ext cx="48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800">
                <a:solidFill>
                  <a:srgbClr val="BE2727"/>
                </a:solidFill>
                <a:latin typeface="Arial"/>
                <a:ea typeface="Arial"/>
                <a:cs typeface="Arial"/>
              </a:rPr>
              <a:t>Ứng dụng Kỹ thuật Closure</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Hàm con ghi nhớ môi trường Lexical Scope nơi nó được sinh ra.</a:t>
            </a:r>
          </a:p>
          <a:p>
            <a:pPr indent="-250000" marL="350000" lvl="0" rtl="0" algn="l">
              <a:lnSpc>
                <a:spcPct val="150000"/>
              </a:lnSpc>
              <a:spcBef>
                <a:spcPts val="0"/>
              </a:spcBef>
              <a:spcAft>
                <a:spcPts val="150"/>
              </a:spcAft>
              <a:buClr>
                <a:srgbClr val="BE2727"/>
              </a:buClr>
              <a:buSzPts val="1400"/>
              <a:buFont typeface="Arial"/>
              <a:buChar char="●"/>
            </a:pPr>
            <a:r>
              <a:rPr b="0" i="0" lang="vi-VN" sz="1600">
                <a:solidFill>
                  <a:srgbClr val="000000"/>
                </a:solidFill>
                <a:latin typeface="Arial"/>
                <a:ea typeface="Arial"/>
                <a:cs typeface="Arial"/>
              </a:rPr>
              <a:t>Bảo mật dữ liệu nội bộ `itemCounter`, ngăn chặn mã bên ngoài chỉnh sửa trực tiếp.</a:t>
            </a:r>
          </a:p>
          <a:p>
            <a:pPr indent="-250000" marL="350000" lvl="0" rtl="0" algn="l">
              <a:lnSpc>
                <a:spcPct val="150000"/>
              </a:lnSpc>
              <a:spcBef>
                <a:spcPts val="0"/>
              </a:spcBef>
              <a:spcAft>
                <a:spcPts val="0"/>
              </a:spcAft>
              <a:buClr>
                <a:srgbClr val="BE2727"/>
              </a:buClr>
              <a:buSzPts val="1400"/>
              <a:buFont typeface="Arial"/>
              <a:buChar char="●"/>
            </a:pPr>
            <a:r>
              <a:rPr b="0" i="0" lang="vi-VN" sz="1600">
                <a:solidFill>
                  <a:srgbClr val="000000"/>
                </a:solidFill>
                <a:latin typeface="Arial"/>
                <a:ea typeface="Arial"/>
                <a:cs typeface="Arial"/>
              </a:rPr>
              <a:t>Mỗi lần gọi `createPalletTracker()` tạo ra một vùng lưu trữ độc lập hoàn toàn.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092" name="Title_1092"/>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Hoạt động: Thử thách Closure</a:t>
            </a:r>
          </a:p>
        </p:txBody>
      </p:sp>
      <p:sp>
        <p:nvSpPr>
          <p:cNvPr id="1093" name="H2_1093"/>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
            </a:r>
          </a:p>
        </p:txBody>
      </p:sp>
      <p:sp>
        <p:nvSpPr>
          <p:cNvPr id="1094" name="CardBg_1094"/>
          <p:cNvSpPr/>
          <p:nvPr/>
        </p:nvSpPr>
        <p:spPr>
          <a:xfrm>
            <a:off x="838200" y="2000000"/>
            <a:ext cx="5600000" cy="3900000"/>
          </a:xfrm>
          <a:prstGeom prst="roundRect">
            <a:avLst>
              <a:gd name="adj" fmla="val 4000"/>
            </a:avLst>
          </a:prstGeom>
          <a:solidFill>
            <a:srgbClr val="282C34"/>
          </a:solidFill>
          <a:ln w="12700">
            <a:solidFill>
              <a:srgbClr val="D9D9D9"/>
            </a:solidFill>
          </a:ln>
        </p:spPr>
      </p:sp>
      <p:sp>
        <p:nvSpPr>
          <p:cNvPr id="1095" name="TextBox_1095"/>
          <p:cNvSpPr txBox="1"/>
          <p:nvPr/>
        </p:nvSpPr>
        <p:spPr>
          <a:xfrm>
            <a:off x="938200" y="2050000"/>
            <a:ext cx="5400000" cy="36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0"/>
              </a:spcAft>
              <a:buNone/>
            </a:pPr>
            <a:r>
              <a:rPr b="1" i="0" lang="vi-VN" sz="1400">
                <a:solidFill>
                  <a:srgbClr val="FFFFFF"/>
                </a:solidFill>
                <a:latin typeface="Arial"/>
                <a:ea typeface="Arial"/>
                <a:cs typeface="Arial"/>
              </a:rPr>
              <a:t>JS: Code</a:t>
            </a:r>
          </a:p>
        </p:txBody>
      </p:sp>
      <p:sp>
        <p:nvSpPr>
          <p:cNvPr id="1096" name="TextBox_1096"/>
          <p:cNvSpPr txBox="1"/>
          <p:nvPr/>
        </p:nvSpPr>
        <p:spPr>
          <a:xfrm>
            <a:off x="938200" y="2420000"/>
            <a:ext cx="5400000" cy="344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createPalletTracker</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let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0</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function</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D19A66"/>
                </a:solidFill>
                <a:latin typeface="Consolas"/>
                <a:ea typeface="Consolas"/>
                <a:cs typeface="Consolas"/>
              </a:rPr>
              <a:t>1</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1" i="0" lang="vi-VN" sz="1400">
                <a:solidFill>
                  <a:srgbClr val="C678DD"/>
                </a:solidFill>
                <a:latin typeface="Consolas"/>
                <a:ea typeface="Consolas"/>
                <a:cs typeface="Consolas"/>
              </a:rPr>
              <a:t>return</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itemCounter</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counterA</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createPalletTracker</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1" i="0" lang="vi-VN" sz="1400">
                <a:solidFill>
                  <a:srgbClr val="C678DD"/>
                </a:solidFill>
                <a:latin typeface="Consolas"/>
                <a:ea typeface="Consolas"/>
                <a:cs typeface="Consolas"/>
              </a:rPr>
              <a:t>const</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counterB</a:t>
            </a:r>
            <a:r>
              <a:rPr b="0" i="0" lang="vi-VN" sz="1400">
                <a:solidFill>
                  <a:srgbClr val="ABB2BF"/>
                </a:solidFill>
                <a:latin typeface="Consolas"/>
                <a:ea typeface="Consolas"/>
                <a:cs typeface="Consolas"/>
              </a:rPr>
              <a:t> </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 </a:t>
            </a:r>
            <a:r>
              <a:rPr b="0" i="0" lang="vi-VN" sz="1400">
                <a:solidFill>
                  <a:srgbClr val="61AFEF"/>
                </a:solidFill>
                <a:latin typeface="Consolas"/>
                <a:ea typeface="Consolas"/>
                <a:cs typeface="Consolas"/>
              </a:rPr>
              <a:t>createPalletTracker</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 </a:t>
            </a:r>
          </a:p>
          <a:p>
            <a:pPr indent="0" marL="0" lvl="0" rtl="0" algn="l">
              <a:lnSpc>
                <a:spcPct val="150000"/>
              </a:lnSpc>
              <a:spcBef>
                <a:spcPts val="0"/>
              </a:spcBef>
              <a:spcAft>
                <a:spcPts val="80"/>
              </a:spcAft>
              <a:buNone/>
            </a:pPr>
            <a:r>
              <a:rPr b="0" i="0" lang="vi-VN" sz="1400">
                <a:solidFill>
                  <a:srgbClr val="61AFEF"/>
                </a:solidFill>
                <a:latin typeface="Consolas"/>
                <a:ea typeface="Consolas"/>
                <a:cs typeface="Consolas"/>
              </a:rPr>
              <a:t>counterA</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61AFEF"/>
                </a:solidFill>
                <a:latin typeface="Consolas"/>
                <a:ea typeface="Consolas"/>
                <a:cs typeface="Consolas"/>
              </a:rPr>
              <a:t>counterA</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a:p>
            <a:pPr indent="0" marL="0" lvl="0" rtl="0" algn="l">
              <a:lnSpc>
                <a:spcPct val="150000"/>
              </a:lnSpc>
              <a:spcBef>
                <a:spcPts val="0"/>
              </a:spcBef>
              <a:spcAft>
                <a:spcPts val="80"/>
              </a:spcAft>
              <a:buNone/>
            </a:pPr>
            <a:r>
              <a:rPr b="0" i="0" lang="vi-VN" sz="1400">
                <a:solidFill>
                  <a:srgbClr val="ABB2BF"/>
                </a:solidFill>
                <a:latin typeface="Consolas"/>
                <a:ea typeface="Consolas"/>
                <a:cs typeface="Consolas"/>
              </a:rPr>
              <a:t>console</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log</a:t>
            </a:r>
            <a:r>
              <a:rPr b="0" i="0" lang="vi-VN" sz="1400">
                <a:solidFill>
                  <a:srgbClr val="ABB2BF"/>
                </a:solidFill>
                <a:latin typeface="Consolas"/>
                <a:ea typeface="Consolas"/>
                <a:cs typeface="Consolas"/>
              </a:rPr>
              <a:t>(</a:t>
            </a:r>
            <a:r>
              <a:rPr b="0" i="0" lang="vi-VN" sz="1400">
                <a:solidFill>
                  <a:srgbClr val="61AFEF"/>
                </a:solidFill>
                <a:latin typeface="Consolas"/>
                <a:ea typeface="Consolas"/>
                <a:cs typeface="Consolas"/>
              </a:rPr>
              <a:t>counterB</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r>
              <a:rPr b="0" i="0" lang="vi-VN" sz="1400">
                <a:solidFill>
                  <a:srgbClr val="ABB2BF"/>
                </a:solidFill>
                <a:latin typeface="Consolas"/>
                <a:ea typeface="Consolas"/>
                <a:cs typeface="Consolas"/>
              </a:rPr>
              <a:t>;</a:t>
            </a:r>
          </a:p>
        </p:txBody>
      </p:sp>
      <p:sp>
        <p:nvSpPr>
          <p:cNvPr id="1097" name="CardBg_1097"/>
          <p:cNvSpPr/>
          <p:nvPr/>
        </p:nvSpPr>
        <p:spPr>
          <a:xfrm>
            <a:off x="6638200" y="2000000"/>
            <a:ext cx="4800000" cy="3900000"/>
          </a:xfrm>
          <a:prstGeom prst="roundRect">
            <a:avLst>
              <a:gd name="adj" fmla="val 4000"/>
            </a:avLst>
          </a:prstGeom>
          <a:solidFill>
            <a:srgbClr val="FFFFFF"/>
          </a:solidFill>
          <a:ln w="12700">
            <a:solidFill>
              <a:srgbClr val="D9D9D9"/>
            </a:solidFill>
          </a:ln>
        </p:spPr>
      </p:sp>
      <p:sp>
        <p:nvSpPr>
          <p:cNvPr id="1098" name="TextBox_1098"/>
          <p:cNvSpPr txBox="1"/>
          <p:nvPr/>
        </p:nvSpPr>
        <p:spPr>
          <a:xfrm>
            <a:off x="6838200" y="2180000"/>
            <a:ext cx="440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50"/>
              </a:spcAft>
              <a:buNone/>
            </a:pPr>
            <a:r>
              <a:rPr b="1" i="0" lang="vi-VN" sz="1700">
                <a:solidFill>
                  <a:srgbClr val="BE2727"/>
                </a:solidFill>
                <a:latin typeface="Arial"/>
                <a:ea typeface="Arial"/>
                <a:cs typeface="Arial"/>
              </a:rPr>
              <a:t>Xét đoạn mã bên dưới, khi thực thi dòng lệnh cuối cùng `console.log(counterB())`, kết quả thu được là bao nhiêu?</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A. </a:t>
            </a:r>
            <a:r>
              <a:rPr b="0" i="0" lang="vi-VN" sz="1600">
                <a:solidFill>
                  <a:srgbClr val="000000"/>
                </a:solidFill>
                <a:latin typeface="Arial"/>
                <a:ea typeface="Arial"/>
                <a:cs typeface="Arial"/>
              </a:rPr>
              <a:t>In ra 1 — counterA và counterB có không gian Closure độc lập</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B. </a:t>
            </a:r>
            <a:r>
              <a:rPr b="0" i="0" lang="vi-VN" sz="1600">
                <a:solidFill>
                  <a:srgbClr val="000000"/>
                </a:solidFill>
                <a:latin typeface="Arial"/>
                <a:ea typeface="Arial"/>
                <a:cs typeface="Arial"/>
              </a:rPr>
              <a:t>In ra 3 — counterA và counterB dùng chung biến itemCounter</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C. </a:t>
            </a:r>
            <a:r>
              <a:rPr b="0" i="0" lang="vi-VN" sz="1600">
                <a:solidFill>
                  <a:srgbClr val="000000"/>
                </a:solidFill>
                <a:latin typeface="Arial"/>
                <a:ea typeface="Arial"/>
                <a:cs typeface="Arial"/>
              </a:rPr>
              <a:t>In ra undefined</a:t>
            </a:r>
          </a:p>
          <a:p>
            <a:pPr indent="0" marL="0" lvl="0" rtl="0" algn="l">
              <a:lnSpc>
                <a:spcPct val="150000"/>
              </a:lnSpc>
              <a:spcBef>
                <a:spcPts val="0"/>
              </a:spcBef>
              <a:spcAft>
                <a:spcPts val="150"/>
              </a:spcAft>
              <a:buNone/>
            </a:pPr>
            <a:r>
              <a:rPr b="1" i="0" lang="vi-VN" sz="1600">
                <a:solidFill>
                  <a:srgbClr val="000000"/>
                </a:solidFill>
                <a:latin typeface="Arial"/>
                <a:ea typeface="Arial"/>
                <a:cs typeface="Arial"/>
              </a:rPr>
              <a:t>D. </a:t>
            </a:r>
            <a:r>
              <a:rPr b="0" i="0" lang="vi-VN" sz="1600">
                <a:solidFill>
                  <a:srgbClr val="000000"/>
                </a:solidFill>
                <a:latin typeface="Arial"/>
                <a:ea typeface="Arial"/>
                <a:cs typeface="Arial"/>
              </a:rPr>
              <a:t>Ném lỗi ReferenceError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100" name="Title_1100"/>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Thuật ngữ cần nhớ</a:t>
            </a:r>
          </a:p>
        </p:txBody>
      </p:sp>
      <p:sp>
        <p:nvSpPr>
          <p:cNvPr id="1101" name="H2_1101"/>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Bảng tổng hợp các thuật ngữ kỹ thuật cốt lõi trong bài học.</a:t>
            </a:r>
          </a:p>
        </p:txBody>
      </p:sp>
      <p:graphicFrame>
        <p:nvGraphicFramePr>
          <p:cNvPr id="1102" name="Table_1102"/>
          <p:cNvGraphicFramePr>
            <a:graphicFrameLocks noGrp="1"/>
          </p:cNvGraphicFramePr>
          <p:nvPr/>
        </p:nvGraphicFramePr>
        <p:xfrm>
          <a:off x="838200" y="2000000"/>
          <a:ext cx="10600000" cy="3900000"/>
        </p:xfrm>
        <a:graphic>
          <a:graphicData uri="http://schemas.openxmlformats.org/drawingml/2006/table">
            <a:tbl>
              <a:tblPr firstRow="1" bandRow="1"/>
              <a:tblGrid>
                <a:gridCol w="2473333"/>
                <a:gridCol w="2473333"/>
                <a:gridCol w="5653333"/>
              </a:tblGrid>
              <a:tr h="450000">
                <a:tc>
                  <a:txBody>
                    <a:bodyPr anchor="ctr" lIns="91425" rIns="91425" tIns="45700" bIns="45700"/>
                    <a:lstStyle/>
                    <a:p>
                      <a:pPr algn="ctr">
                        <a:lnSpc>
                          <a:spcPct val="120000"/>
                        </a:lnSpc>
                        <a:buNone/>
                      </a:pPr>
                      <a:r>
                        <a:rPr b="1" lang="vi-VN" sz="1500">
                          <a:solidFill>
                            <a:srgbClr val="FFFFFF"/>
                          </a:solidFill>
                          <a:latin typeface="Montserrat ExtraBold"/>
                        </a:rPr>
                        <a:t>Thuật ngữ</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Tiếng Anh</a:t>
                      </a:r>
                    </a:p>
                  </a:txBody>
                  <a:tcPr>
                    <a:solidFill>
                      <a:srgbClr val="BE2727"/>
                    </a:solidFill>
                  </a:tcPr>
                </a:tc>
                <a:tc>
                  <a:txBody>
                    <a:bodyPr anchor="ctr" lIns="91425" rIns="91425" tIns="45700" bIns="45700"/>
                    <a:lstStyle/>
                    <a:p>
                      <a:pPr algn="ctr">
                        <a:lnSpc>
                          <a:spcPct val="120000"/>
                        </a:lnSpc>
                        <a:buNone/>
                      </a:pPr>
                      <a:r>
                        <a:rPr b="1" lang="vi-VN" sz="1500">
                          <a:solidFill>
                            <a:srgbClr val="FFFFFF"/>
                          </a:solidFill>
                          <a:latin typeface="Montserrat ExtraBold"/>
                        </a:rPr>
                        <a:t>Định nghĩa</a:t>
                      </a:r>
                    </a:p>
                  </a:txBody>
                  <a:tcPr>
                    <a:solidFill>
                      <a:srgbClr val="BE2727"/>
                    </a:solidFill>
                  </a:tcPr>
                </a:tc>
              </a:tr>
              <a:tr h="400000">
                <a:tc>
                  <a:txBody>
                    <a:bodyPr anchor="ctr" lIns="91425" rIns="91425" tIns="45700" bIns="45700"/>
                    <a:lstStyle/>
                    <a:p>
                      <a:pPr algn="l">
                        <a:lnSpc>
                          <a:spcPct val="120000"/>
                        </a:lnSpc>
                        <a:buNone/>
                      </a:pPr>
                      <a:r>
                        <a:rPr lang="vi-VN" sz="1400">
                          <a:solidFill>
                            <a:srgbClr val="000000"/>
                          </a:solidFill>
                          <a:latin typeface="Arial"/>
                        </a:rPr>
                        <a:t>Khai báo hàm định danh</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Function Declaration</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Cú pháp khai báo hàm truyền thống với từ khóa function và tên định danh, có hỗ trợ cơ chế Hoisting hoàn toàn.</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Khai báo hàm dạng biểu thức</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Function Expression</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Kỹ thuật định nghĩa hàm và gán vào một biến, chỉ được thực thi khi luồng chương trình chạy tới đúng câu lệnh gán.</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Cơ chế đưa lên đầu</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Hoisting</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Cơ chế của trình biên dịch JavaScript tự động di chuyển phần khai báo hàm và biến lên đầu phạm vi chứa nó trước khi mã chạy.</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Hàm mũi tên</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Arrow Function</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Cú pháp khai báo hàm cô đọng ra đời trong ES6 sử dụng ký hiệu =&gt;.</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Trả về ngầm định</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Implicit Return</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Tính năng của Arrow Function 1 dòng cho phép tự động trả về kết quả biểu thức mà không cần cặp ngoặc {} và từ khóa return.</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Tham số mặc định</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Default Parameter</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Giá trị an toàn được gán sẵn cho tham số khi đối số truyền vào bị thiếu hoặc mang giá trị undefined.</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Phạm vi biến</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Scope</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Vùng mã nguồn mà trong đó một biến có thể được truy cập và sử dụng (Global, Function, Block Scope).</a:t>
                      </a:r>
                    </a:p>
                  </a:txBody>
                  <a:tcPr>
                    <a:solidFill>
                      <a:srgbClr val="FFFFFF"/>
                    </a:solidFill>
                  </a:tcPr>
                </a:tc>
              </a:tr>
              <a:tr h="400000">
                <a:tc>
                  <a:txBody>
                    <a:bodyPr anchor="ctr" lIns="91425" rIns="91425" tIns="45700" bIns="45700"/>
                    <a:lstStyle/>
                    <a:p>
                      <a:pPr algn="l">
                        <a:lnSpc>
                          <a:spcPct val="120000"/>
                        </a:lnSpc>
                        <a:buNone/>
                      </a:pPr>
                      <a:r>
                        <a:rPr lang="vi-VN" sz="1400">
                          <a:solidFill>
                            <a:srgbClr val="000000"/>
                          </a:solidFill>
                          <a:latin typeface="Arial"/>
                        </a:rPr>
                        <a:t>Vùng chết thời gian</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Temporal Dead Zone (TDZ)</a:t>
                      </a:r>
                    </a:p>
                  </a:txBody>
                  <a:tcPr>
                    <a:solidFill>
                      <a:srgbClr val="F8F9FA"/>
                    </a:solidFill>
                  </a:tcPr>
                </a:tc>
                <a:tc>
                  <a:txBody>
                    <a:bodyPr anchor="ctr" lIns="91425" rIns="91425" tIns="45700" bIns="45700"/>
                    <a:lstStyle/>
                    <a:p>
                      <a:pPr algn="l">
                        <a:lnSpc>
                          <a:spcPct val="120000"/>
                        </a:lnSpc>
                        <a:buNone/>
                      </a:pPr>
                      <a:r>
                        <a:rPr lang="vi-VN" sz="1400">
                          <a:solidFill>
                            <a:srgbClr val="000000"/>
                          </a:solidFill>
                          <a:latin typeface="Arial"/>
                        </a:rPr>
                        <a:t>Khoảng thời gian từ khi phạm vi được khởi tạo đến khi dòng khai báo biến let/const được chạy, truy cập biến trong vùng này sẽ gây lỗi.</a:t>
                      </a:r>
                    </a:p>
                  </a:txBody>
                  <a:tcPr>
                    <a:solidFill>
                      <a:srgbClr val="F8F9FA"/>
                    </a:solidFill>
                  </a:tcPr>
                </a:tc>
              </a:tr>
              <a:tr h="400000">
                <a:tc>
                  <a:txBody>
                    <a:bodyPr anchor="ctr" lIns="91425" rIns="91425" tIns="45700" bIns="45700"/>
                    <a:lstStyle/>
                    <a:p>
                      <a:pPr algn="l">
                        <a:lnSpc>
                          <a:spcPct val="120000"/>
                        </a:lnSpc>
                        <a:buNone/>
                      </a:pPr>
                      <a:r>
                        <a:rPr lang="vi-VN" sz="1400">
                          <a:solidFill>
                            <a:srgbClr val="000000"/>
                          </a:solidFill>
                          <a:latin typeface="Arial"/>
                        </a:rPr>
                        <a:t>Bao đóng</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Closure</a:t>
                      </a:r>
                    </a:p>
                  </a:txBody>
                  <a:tcPr>
                    <a:solidFill>
                      <a:srgbClr val="FFFFFF"/>
                    </a:solidFill>
                  </a:tcPr>
                </a:tc>
                <a:tc>
                  <a:txBody>
                    <a:bodyPr anchor="ctr" lIns="91425" rIns="91425" tIns="45700" bIns="45700"/>
                    <a:lstStyle/>
                    <a:p>
                      <a:pPr algn="l">
                        <a:lnSpc>
                          <a:spcPct val="120000"/>
                        </a:lnSpc>
                        <a:buNone/>
                      </a:pPr>
                      <a:r>
                        <a:rPr lang="vi-VN" sz="1400">
                          <a:solidFill>
                            <a:srgbClr val="000000"/>
                          </a:solidFill>
                          <a:latin typeface="Arial"/>
                        </a:rPr>
                        <a:t>Tính năng cho phép hàm con truy cập và ghi nhớ các biến thuộc phạm vi hàm bao ngoài ngay cả khi hàm ngoài đã thực thi xong.</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104" name="Title_1104"/>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Bài tập &amp; Tài liệu tham khảo</a:t>
            </a:r>
          </a:p>
        </p:txBody>
      </p:sp>
      <p:sp>
        <p:nvSpPr>
          <p:cNvPr id="1105" name="H2_1105"/>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Vận dụng kiến thức về Arrow Function và Closure vào giải quyết bài toán thực tế.</a:t>
            </a:r>
          </a:p>
        </p:txBody>
      </p:sp>
      <p:sp>
        <p:nvSpPr>
          <p:cNvPr id="1106" name="CardBg_1106"/>
          <p:cNvSpPr/>
          <p:nvPr/>
        </p:nvSpPr>
        <p:spPr>
          <a:xfrm>
            <a:off x="838200" y="2000000"/>
            <a:ext cx="5150000" cy="3900000"/>
          </a:xfrm>
          <a:prstGeom prst="roundRect">
            <a:avLst>
              <a:gd name="adj" fmla="val 4000"/>
            </a:avLst>
          </a:prstGeom>
          <a:solidFill>
            <a:srgbClr val="FFFFFF"/>
          </a:solidFill>
          <a:ln w="12700">
            <a:solidFill>
              <a:srgbClr val="D9D9D9"/>
            </a:solidFill>
          </a:ln>
        </p:spPr>
      </p:sp>
      <p:sp>
        <p:nvSpPr>
          <p:cNvPr id="1107" name="TextBox_1107"/>
          <p:cNvSpPr txBox="1"/>
          <p:nvPr/>
        </p:nvSpPr>
        <p:spPr>
          <a:xfrm>
            <a:off x="103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00"/>
              </a:spcAft>
              <a:buNone/>
            </a:pPr>
            <a:r>
              <a:rPr b="1" i="0" lang="vi-VN" sz="1700">
                <a:solidFill>
                  <a:srgbClr val="BE2727"/>
                </a:solidFill>
                <a:latin typeface="Arial"/>
                <a:ea typeface="Arial"/>
                <a:cs typeface="Arial"/>
              </a:rPr>
              <a:t>Bài tập thực hành</a:t>
            </a:r>
          </a:p>
          <a:p>
            <a:pPr indent="-250000" marL="350000" lvl="0" rtl="0" algn="l">
              <a:lnSpc>
                <a:spcPct val="150000"/>
              </a:lnSpc>
              <a:spcBef>
                <a:spcPts val="0"/>
              </a:spcBef>
              <a:spcAft>
                <a:spcPts val="150"/>
              </a:spcAft>
              <a:buClr>
                <a:srgbClr val="BE2727"/>
              </a:buClr>
              <a:buSzPts val="1400"/>
              <a:buFont typeface="Arial"/>
              <a:buChar char="●"/>
            </a:pPr>
            <a:r>
              <a:rPr b="0" i="0" lang="vi-VN" sz="1400">
                <a:solidFill>
                  <a:srgbClr val="000000"/>
                </a:solidFill>
                <a:latin typeface="Arial"/>
                <a:ea typeface="Arial"/>
                <a:cs typeface="Arial"/>
              </a:rPr>
              <a:t>Viết hàm Arrow Function calculateStorageCost nhận tham số days (số ngày) và rate (đơn giá/ngày,…</a:t>
            </a:r>
          </a:p>
          <a:p>
            <a:pPr indent="-250000" marL="350000" lvl="0" rtl="0" algn="l">
              <a:lnSpc>
                <a:spcPct val="150000"/>
              </a:lnSpc>
              <a:spcBef>
                <a:spcPts val="0"/>
              </a:spcBef>
              <a:spcAft>
                <a:spcPts val="0"/>
              </a:spcAft>
              <a:buClr>
                <a:srgbClr val="BE2727"/>
              </a:buClr>
              <a:buSzPts val="1400"/>
              <a:buFont typeface="Arial"/>
              <a:buChar char="●"/>
            </a:pPr>
            <a:r>
              <a:rPr b="0" i="0" lang="vi-VN" sz="1400">
                <a:solidFill>
                  <a:srgbClr val="000000"/>
                </a:solidFill>
                <a:latin typeface="Arial"/>
                <a:ea typeface="Arial"/>
                <a:cs typeface="Arial"/>
              </a:rPr>
              <a:t>Xây dựng hàm Closure createWarehouseShelf quản lý số lượng kiện hàng trên kệ, hỗ trợ tăng số lư…</a:t>
            </a:r>
          </a:p>
        </p:txBody>
      </p:sp>
      <p:sp>
        <p:nvSpPr>
          <p:cNvPr id="1108" name="CardBg_1108"/>
          <p:cNvSpPr/>
          <p:nvPr/>
        </p:nvSpPr>
        <p:spPr>
          <a:xfrm>
            <a:off x="6288200" y="2000000"/>
            <a:ext cx="5150000" cy="3900000"/>
          </a:xfrm>
          <a:prstGeom prst="roundRect">
            <a:avLst>
              <a:gd name="adj" fmla="val 4000"/>
            </a:avLst>
          </a:prstGeom>
          <a:solidFill>
            <a:srgbClr val="FFFFFF"/>
          </a:solidFill>
          <a:ln w="12700">
            <a:solidFill>
              <a:srgbClr val="D9D9D9"/>
            </a:solidFill>
          </a:ln>
        </p:spPr>
      </p:sp>
      <p:sp>
        <p:nvSpPr>
          <p:cNvPr id="1109" name="TextBox_1109"/>
          <p:cNvSpPr txBox="1"/>
          <p:nvPr/>
        </p:nvSpPr>
        <p:spPr>
          <a:xfrm>
            <a:off x="648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00"/>
              </a:spcAft>
              <a:buNone/>
            </a:pPr>
            <a:r>
              <a:rPr b="1" i="0" lang="vi-VN" sz="1700">
                <a:solidFill>
                  <a:srgbClr val="2E7D32"/>
                </a:solidFill>
                <a:latin typeface="Arial"/>
                <a:ea typeface="Arial"/>
                <a:cs typeface="Arial"/>
              </a:rPr>
              <a:t>Tài liệu tham khảo</a:t>
            </a:r>
          </a:p>
          <a:p>
            <a:pPr indent="-250000" marL="350000" lvl="0" rtl="0" algn="l">
              <a:lnSpc>
                <a:spcPct val="150000"/>
              </a:lnSpc>
              <a:spcBef>
                <a:spcPts val="0"/>
              </a:spcBef>
              <a:spcAft>
                <a:spcPts val="150"/>
              </a:spcAft>
              <a:buClr>
                <a:srgbClr val="BE2727"/>
              </a:buClr>
              <a:buSzPts val="1400"/>
              <a:buFont typeface="Arial"/>
              <a:buChar char="●"/>
            </a:pPr>
            <a:r>
              <a:rPr b="0" i="0" lang="vi-VN" sz="1400">
                <a:solidFill>
                  <a:srgbClr val="000000"/>
                </a:solidFill>
                <a:latin typeface="Arial"/>
                <a:ea typeface="Arial"/>
                <a:cs typeface="Arial"/>
              </a:rPr>
              <a:t>MDN Web Docs — Functions &amp; Scope: https://developer.mozilla.org/en-US/docs/Web/JavaScript/Guide…</a:t>
            </a:r>
          </a:p>
          <a:p>
            <a:pPr indent="-250000" marL="350000" lvl="0" rtl="0" algn="l">
              <a:lnSpc>
                <a:spcPct val="150000"/>
              </a:lnSpc>
              <a:spcBef>
                <a:spcPts val="0"/>
              </a:spcBef>
              <a:spcAft>
                <a:spcPts val="150"/>
              </a:spcAft>
              <a:buClr>
                <a:srgbClr val="BE2727"/>
              </a:buClr>
              <a:buSzPts val="1400"/>
              <a:buFont typeface="Arial"/>
              <a:buChar char="●"/>
            </a:pPr>
            <a:r>
              <a:rPr b="0" i="0" lang="vi-VN" sz="1400">
                <a:solidFill>
                  <a:srgbClr val="000000"/>
                </a:solidFill>
                <a:latin typeface="Arial"/>
                <a:ea typeface="Arial"/>
                <a:cs typeface="Arial"/>
              </a:rPr>
              <a:t>JavaScript.info — Closure &amp; Lexical Environment: https://javascript.info/closure</a:t>
            </a:r>
          </a:p>
          <a:p>
            <a:pPr indent="-250000" marL="350000" lvl="0" rtl="0" algn="l">
              <a:lnSpc>
                <a:spcPct val="150000"/>
              </a:lnSpc>
              <a:spcBef>
                <a:spcPts val="0"/>
              </a:spcBef>
              <a:spcAft>
                <a:spcPts val="0"/>
              </a:spcAft>
              <a:buClr>
                <a:srgbClr val="BE2727"/>
              </a:buClr>
              <a:buSzPts val="1400"/>
              <a:buFont typeface="Arial"/>
              <a:buChar char="●"/>
            </a:pPr>
            <a:r>
              <a:rPr b="0" i="0" lang="vi-VN" sz="1400">
                <a:solidFill>
                  <a:srgbClr val="000000"/>
                </a:solidFill>
                <a:latin typeface="Arial"/>
                <a:ea typeface="Arial"/>
                <a:cs typeface="Arial"/>
              </a:rPr>
              <a:t>ES6 Specification — Arrow Functions &amp; Default Parameters: https://es6-features.org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111" name="Title_1111"/>
          <p:cNvSpPr txBox="1"/>
          <p:nvPr>
            <p:ph type="title"/>
          </p:nvPr>
        </p:nvSpPr>
        <p:spPr>
          <a:xfrm>
            <a:off x="838200" y="509145"/>
            <a:ext cx="8463742" cy="945588"/>
          </a:xfrm>
          <a:prstGeom prst="rect">
            <a:avLst/>
          </a:prstGeom>
          <a:noFill/>
          <a:ln>
            <a:noFill/>
          </a:ln>
        </p:spPr>
        <p:txBody>
          <a:bodyPr anchorCtr="0" anchor="ctr" bIns="45700" lIns="0" spcFirstLastPara="1" rIns="91425" wrap="square" tIns="45700">
            <a:normAutofit/>
          </a:bodyPr>
          <a:lstStyle/>
          <a:p>
            <a:pPr indent="0" lvl="0" marL="0" rtl="0" algn="l">
              <a:lnSpc>
                <a:spcPct val="150000"/>
              </a:lnSpc>
              <a:spcBef>
                <a:spcPts val="0"/>
              </a:spcBef>
              <a:spcAft>
                <a:spcPts val="0"/>
              </a:spcAft>
              <a:buNone/>
            </a:pPr>
            <a:r>
              <a:rPr b="1" lang="vi-VN" sz="2800">
                <a:solidFill>
                  <a:srgbClr val="BE2727"/>
                </a:solidFill>
                <a:latin typeface="Montserrat ExtraBold"/>
                <a:ea typeface="Montserrat ExtraBold"/>
                <a:cs typeface="Montserrat ExtraBold"/>
              </a:rPr>
              <a:t>Tổng kết</a:t>
            </a:r>
          </a:p>
        </p:txBody>
      </p:sp>
      <p:sp>
        <p:nvSpPr>
          <p:cNvPr id="1112" name="H2_1112"/>
          <p:cNvSpPr txBox="1"/>
          <p:nvPr/>
        </p:nvSpPr>
        <p:spPr>
          <a:xfrm>
            <a:off x="838200" y="1400000"/>
            <a:ext cx="10600000" cy="560000"/>
          </a:xfrm>
          <a:prstGeom prst="rect">
            <a:avLst/>
          </a:prstGeom>
          <a:noFill/>
          <a:ln>
            <a:noFill/>
          </a:ln>
        </p:spPr>
        <p:txBody>
          <a:bodyPr anchorCtr="0" anchor="t" bIns="45700" lIns="0" spcFirstLastPara="1" rIns="91425" wrap="square" tIns="45700">
            <a:normAutofit/>
          </a:bodyPr>
          <a:lstStyle/>
          <a:p>
            <a:pPr indent="0" lvl="0" marL="0" rtl="0" algn="l">
              <a:lnSpc>
                <a:spcPct val="150000"/>
              </a:lnSpc>
              <a:spcBef>
                <a:spcPts val="0"/>
              </a:spcBef>
              <a:spcAft>
                <a:spcPts val="0"/>
              </a:spcAft>
              <a:buNone/>
            </a:pPr>
            <a:r>
              <a:rPr b="1" lang="vi-VN" sz="2000">
                <a:solidFill>
                  <a:srgbClr val="000000"/>
                </a:solidFill>
                <a:latin typeface="Montserrat ExtraBold"/>
                <a:ea typeface="Montserrat ExtraBold"/>
                <a:cs typeface="Montserrat ExtraBold"/>
              </a:rPr>
              <a:t>4 nguyên tắc cốt lõi cần ghi nhớ khi tổ chức hàm và quản lý phạm vi biến trong JavaScript.</a:t>
            </a:r>
          </a:p>
        </p:txBody>
      </p:sp>
      <p:sp>
        <p:nvSpPr>
          <p:cNvPr id="1113" name="CardBg_1113"/>
          <p:cNvSpPr/>
          <p:nvPr/>
        </p:nvSpPr>
        <p:spPr>
          <a:xfrm>
            <a:off x="838200" y="2000000"/>
            <a:ext cx="5150000" cy="3900000"/>
          </a:xfrm>
          <a:prstGeom prst="roundRect">
            <a:avLst>
              <a:gd name="adj" fmla="val 4000"/>
            </a:avLst>
          </a:prstGeom>
          <a:solidFill>
            <a:srgbClr val="FFFFFF"/>
          </a:solidFill>
          <a:ln w="12700">
            <a:solidFill>
              <a:srgbClr val="D9D9D9"/>
            </a:solidFill>
          </a:ln>
        </p:spPr>
      </p:sp>
      <p:sp>
        <p:nvSpPr>
          <p:cNvPr id="1114" name="TextBox_1114"/>
          <p:cNvSpPr txBox="1"/>
          <p:nvPr/>
        </p:nvSpPr>
        <p:spPr>
          <a:xfrm>
            <a:off x="103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00"/>
              </a:spcAft>
              <a:buNone/>
            </a:pPr>
            <a:r>
              <a:rPr b="1" i="0" lang="vi-VN" sz="1700">
                <a:solidFill>
                  <a:srgbClr val="BE2727"/>
                </a:solidFill>
                <a:latin typeface="Arial"/>
                <a:ea typeface="Arial"/>
                <a:cs typeface="Arial"/>
              </a:rPr>
              <a:t>Khai báo &amp; Cú pháp Hàm</a:t>
            </a:r>
          </a:p>
          <a:p>
            <a:pPr indent="-250000" marL="350000" lvl="0" rtl="0" algn="l">
              <a:lnSpc>
                <a:spcPct val="150000"/>
              </a:lnSpc>
              <a:spcBef>
                <a:spcPts val="0"/>
              </a:spcBef>
              <a:spcAft>
                <a:spcPts val="150"/>
              </a:spcAft>
              <a:buClr>
                <a:srgbClr val="BE2727"/>
              </a:buClr>
              <a:buSzPts val="1400"/>
              <a:buFont typeface="Arial"/>
              <a:buChar char="●"/>
            </a:pPr>
            <a:r>
              <a:rPr b="1" i="0" lang="vi-VN" sz="1500">
                <a:solidFill>
                  <a:srgbClr val="000000"/>
                </a:solidFill>
                <a:latin typeface="Arial"/>
                <a:ea typeface="Arial"/>
                <a:cs typeface="Arial"/>
              </a:rPr>
              <a:t>Dùng Function Declaration cho các hàm dùng chung toàn hệ thống cần Hoisting; dùng Function Expression hoặc Arrow Function cho hàm nội bộ.</a:t>
            </a:r>
          </a:p>
          <a:p>
            <a:pPr indent="-250000" marL="350000" lvl="0" rtl="0" algn="l">
              <a:lnSpc>
                <a:spcPct val="150000"/>
              </a:lnSpc>
              <a:spcBef>
                <a:spcPts val="0"/>
              </a:spcBef>
              <a:spcAft>
                <a:spcPts val="0"/>
              </a:spcAft>
              <a:buClr>
                <a:srgbClr val="BE2727"/>
              </a:buClr>
              <a:buSzPts val="1400"/>
              <a:buFont typeface="Arial"/>
              <a:buChar char="●"/>
            </a:pPr>
            <a:r>
              <a:rPr b="1" i="0" lang="vi-VN" sz="1500">
                <a:solidFill>
                  <a:srgbClr val="000000"/>
                </a:solidFill>
                <a:latin typeface="Arial"/>
                <a:ea typeface="Arial"/>
                <a:cs typeface="Arial"/>
              </a:rPr>
              <a:t>Ưu tiên sử dụng Arrow Function ngắn gọn (Implicit Return) cho các phép tính toán biến đổi dữ liệu đơn dòng.</a:t>
            </a:r>
          </a:p>
        </p:txBody>
      </p:sp>
      <p:sp>
        <p:nvSpPr>
          <p:cNvPr id="1115" name="CardBg_1115"/>
          <p:cNvSpPr/>
          <p:nvPr/>
        </p:nvSpPr>
        <p:spPr>
          <a:xfrm>
            <a:off x="6288200" y="2000000"/>
            <a:ext cx="5150000" cy="3900000"/>
          </a:xfrm>
          <a:prstGeom prst="roundRect">
            <a:avLst>
              <a:gd name="adj" fmla="val 4000"/>
            </a:avLst>
          </a:prstGeom>
          <a:solidFill>
            <a:srgbClr val="FFFFFF"/>
          </a:solidFill>
          <a:ln w="12700">
            <a:solidFill>
              <a:srgbClr val="D9D9D9"/>
            </a:solidFill>
          </a:ln>
        </p:spPr>
      </p:sp>
      <p:sp>
        <p:nvSpPr>
          <p:cNvPr id="1116" name="TextBox_1116"/>
          <p:cNvSpPr txBox="1"/>
          <p:nvPr/>
        </p:nvSpPr>
        <p:spPr>
          <a:xfrm>
            <a:off x="6488200" y="2180000"/>
            <a:ext cx="4750000" cy="3500000"/>
          </a:xfrm>
          <a:prstGeom prst="rect">
            <a:avLst/>
          </a:prstGeom>
          <a:noFill/>
          <a:ln>
            <a:noFill/>
          </a:ln>
        </p:spPr>
        <p:txBody>
          <a:bodyPr anchorCtr="0" anchor="t" bIns="45700" lIns="91425" spcFirstLastPara="1" rIns="91425" wrap="square" tIns="45700">
            <a:normAutofit/>
          </a:bodyPr>
          <a:lstStyle/>
          <a:p>
            <a:pPr indent="0" marL="0" lvl="0" rtl="0" algn="l">
              <a:lnSpc>
                <a:spcPct val="150000"/>
              </a:lnSpc>
              <a:spcBef>
                <a:spcPts val="0"/>
              </a:spcBef>
              <a:spcAft>
                <a:spcPts val="200"/>
              </a:spcAft>
              <a:buNone/>
            </a:pPr>
            <a:r>
              <a:rPr b="1" i="0" lang="vi-VN" sz="1700">
                <a:solidFill>
                  <a:srgbClr val="2E7D32"/>
                </a:solidFill>
                <a:latin typeface="Arial"/>
                <a:ea typeface="Arial"/>
                <a:cs typeface="Arial"/>
              </a:rPr>
              <a:t>Tham số &amp; Quản lý Phạm vi Biến</a:t>
            </a:r>
          </a:p>
          <a:p>
            <a:pPr indent="-250000" marL="350000" lvl="0" rtl="0" algn="l">
              <a:lnSpc>
                <a:spcPct val="150000"/>
              </a:lnSpc>
              <a:spcBef>
                <a:spcPts val="0"/>
              </a:spcBef>
              <a:spcAft>
                <a:spcPts val="150"/>
              </a:spcAft>
              <a:buClr>
                <a:srgbClr val="BE2727"/>
              </a:buClr>
              <a:buSzPts val="1400"/>
              <a:buFont typeface="Arial"/>
              <a:buChar char="●"/>
            </a:pPr>
            <a:r>
              <a:rPr b="1" i="0" lang="vi-VN" sz="1500">
                <a:solidFill>
                  <a:srgbClr val="000000"/>
                </a:solidFill>
                <a:latin typeface="Arial"/>
                <a:ea typeface="Arial"/>
                <a:cs typeface="Arial"/>
              </a:rPr>
              <a:t>Luôn đặt các tham số bắt buộc ở đầu danh sách tham số và tham số mặc định ở cuối danh sách.</a:t>
            </a:r>
          </a:p>
          <a:p>
            <a:pPr indent="-250000" marL="350000" lvl="0" rtl="0" algn="l">
              <a:lnSpc>
                <a:spcPct val="150000"/>
              </a:lnSpc>
              <a:spcBef>
                <a:spcPts val="0"/>
              </a:spcBef>
              <a:spcAft>
                <a:spcPts val="0"/>
              </a:spcAft>
              <a:buClr>
                <a:srgbClr val="BE2727"/>
              </a:buClr>
              <a:buSzPts val="1400"/>
              <a:buFont typeface="Arial"/>
              <a:buChar char="●"/>
            </a:pPr>
            <a:r>
              <a:rPr b="1" i="0" lang="vi-VN" sz="1500">
                <a:solidFill>
                  <a:srgbClr val="000000"/>
                </a:solidFill>
                <a:latin typeface="Arial"/>
                <a:ea typeface="Arial"/>
                <a:cs typeface="Arial"/>
              </a:rPr>
              <a:t>Hạn chế khai báo biến toàn cục (Global Scope); tận dụng Block Scope (let/const) và Closure để bảo vệ trạng thái riêng tư.</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1118" name="ClosingTitle_1118"/>
          <p:cNvSpPr txBox="1"/>
          <p:nvPr>
            <p:ph type="ctrTitle"/>
          </p:nvPr>
        </p:nvSpPr>
        <p:spPr>
          <a:xfrm>
            <a:off x="279991" y="3969209"/>
            <a:ext cx="9144000" cy="1464417"/>
          </a:xfrm>
          <a:prstGeom prst="rect">
            <a:avLst/>
          </a:prstGeom>
          <a:noFill/>
          <a:ln>
            <a:noFill/>
          </a:ln>
        </p:spPr>
        <p:txBody>
          <a:bodyPr anchorCtr="0" anchor="b" bIns="45700" lIns="91425" spcFirstLastPara="1" rIns="91425" wrap="square" tIns="45700">
            <a:normAutofit/>
          </a:bodyPr>
          <a:lstStyle/>
          <a:p>
            <a:pPr indent="0" lvl="0" marL="0" rtl="0" algn="l">
              <a:lnSpc>
                <a:spcPct val="90000"/>
              </a:lnSpc>
              <a:buNone/>
            </a:pPr>
            <a:r>
              <a:rPr b="1" lang="vi-VN" sz="3600">
                <a:solidFill>
                  <a:srgbClr val="FFFFFF"/>
                </a:solidFill>
                <a:latin typeface="Montserrat Black"/>
                <a:ea typeface="Montserrat Black"/>
                <a:cs typeface="Montserrat Black"/>
              </a:rPr>
              <a:t>Cảm ơn các bạn!</a:t>
            </a:r>
          </a:p>
        </p:txBody>
      </p:sp>
      <p:sp>
        <p:nvSpPr>
          <p:cNvPr id="1119" name="ClosingSubtitle_1119"/>
          <p:cNvSpPr txBox="1"/>
          <p:nvPr>
            <p:ph idx="1" type="subTitle"/>
          </p:nvPr>
        </p:nvSpPr>
        <p:spPr>
          <a:xfrm>
            <a:off x="279991" y="5433627"/>
            <a:ext cx="9144000"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buNone/>
            </a:pPr>
            <a:r>
              <a:rPr lang="vi-VN" sz="1600">
                <a:solidFill>
                  <a:srgbClr val="FFFFFF"/>
                </a:solidFill>
                <a:latin typeface="Montserrat"/>
                <a:ea typeface="Montserrat"/>
                <a:cs typeface="Montserrat"/>
              </a:rPr>
              <a:t>Bài học tiếp theo: Session 15 - Xử lý Mảng (Array) và các Phương thức Biến đổi Dữ liệu ES6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