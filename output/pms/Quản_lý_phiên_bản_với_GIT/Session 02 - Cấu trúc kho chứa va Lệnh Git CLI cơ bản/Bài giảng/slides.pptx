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Session 01: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ontserrat"/>
              </a:defRPr>
            </a:pPr>
            <a:r>
              <a:t>Cấu trúc kho chứa và Lệnh Git CLI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t>Môn học: Git VCS CLI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NỘI DUNG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1.  Tổng quan về hệ thống quản lý phiên bản Git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2.  Cài đặt và Cấu hình môi trường Git CLI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3.  Khởi tạo kho chứa và Kiến trúc 3 vùng dữ liệu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4.  Quản lý vùng chờ Staging và Tập tin loại trừ .gitignore</a:t>
            </a:r>
          </a:p>
          <a:p>
            <a:pPr>
              <a:spcAft>
                <a:spcPts val="2200"/>
              </a:spcAft>
              <a:defRPr sz="2200" b="1">
                <a:solidFill>
                  <a:srgbClr val="0F172A"/>
                </a:solidFill>
                <a:latin typeface="Arial"/>
              </a:defRPr>
            </a:pPr>
            <a:r>
              <a:t>5.  Ghi nhận phiên bản Commit và Chuẩn Conventional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Tổng quan về hệ thống quản lý phiên bản Git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Tổng quan về hệ thống quản lý phiên bản Git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1. Tổng quan về hệ thống quản lý phiên bản Git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Cài đặt và Cấu hình môi trường Git CLI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Cài đặt và Cấu hình môi trường Git CLI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2. Cài đặt và Cấu hình môi trường Git CLI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3. Khởi tạo kho chứa và Kiến trúc 3 vùng dữ liệu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3. Khởi tạo kho chứa và Kiến trúc 3 vùng dữ liệu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3. Khởi tạo kho chứa và Kiến trúc 3 vùng dữ liệu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4. Quản lý vùng chờ Staging và Tập tin loại trừ .gitignore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4. Quản lý vùng chờ Staging và Tập tin loại trừ .gitignore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4. Quản lý vùng chờ Staging và Tập tin loại trừ .gitignore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5. Ghi nhận phiên bản Commit và Chuẩn Conventional Commits - 1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Bối cảnh dự án &amp; vấn đề cần giải quyết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5. Ghi nhận phiên bản Commit và Chuẩn Conventional Commits - 2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Sơ đồ kiến trúc &amp; quy trình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E111C"/>
                </a:solidFill>
                <a:latin typeface="Montserrat"/>
              </a:defRPr>
            </a:pPr>
            <a:r>
              <a:t>5. Ghi nhận phiên bản Commit và Chuẩn Conventional Commits - 3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Lỗi thường gặp &amp; cách xử lý chuẩn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Arial"/>
              </a:defRPr>
            </a:pPr>
            <a:r>
              <a:t>Nguyên lý &amp; Quy chuẩn thực thi</a:t>
            </a:r>
          </a:p>
          <a:p>
            <a:br/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• Nắm vững các bước thao tác thực chiến.</a:t>
            </a:r>
            <a:br/>
            <a:r>
              <a:t>• Tuân thủ nguyên tắc an toàn và kiểm thử mã nguồn trước khi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nsolas"/>
              </a:defRPr>
            </a:pPr>
            <a:r>
              <a:t># Thực thi lệnh thực chiến</a:t>
            </a:r>
            <a:br/>
            <a:r>
              <a:t>$ git status</a:t>
            </a:r>
            <a:br/>
            <a:r>
              <a:t>$ git add .</a:t>
            </a:r>
            <a:br/>
            <a:r>
              <a:t>$ git commit -m 'feat: update module'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E111C"/>
                </a:solidFill>
                <a:latin typeface="Montserrat"/>
              </a:defRPr>
            </a:pPr>
            <a:r>
              <a:t>TỔNG KẾT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Vấn đề thực tế - Hạn chế của quy trình thủ công khi làm việc với Tổng quan về hệ.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Giải pháp áp dụng - Tự động hóa và chuẩn hóa quy trình xử lý mã nguồn/dữ liệu.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Tổng quan về hệ thống quản lý phiên bản Git.</a:t>
            </a:r>
          </a:p>
          <a:p>
            <a:pPr>
              <a:spcAft>
                <a:spcPts val="20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✔  Thực hành thành thạo: Cài đặt và Cấu hình môi trường Git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6400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Arial"/>
              </a:defRPr>
            </a:pPr>
            <a:r>
              <a:t>© 2026 By Rikkei Education - All rights reserved.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277295" y="5943600"/>
            <a:ext cx="914400" cy="914400"/>
          </a:xfrm>
          <a:prstGeom prst="rtTriangle">
            <a:avLst/>
          </a:prstGeom>
          <a:solidFill>
            <a:srgbClr val="BE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12648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