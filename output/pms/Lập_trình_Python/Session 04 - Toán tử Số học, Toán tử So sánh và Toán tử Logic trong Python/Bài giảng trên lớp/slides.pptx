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Session 04: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Toán tử Số học, Toán tử So sánh và Toán tử Logic trong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Môn học: python 3.12, virtualenv, cursor/windsurf ai ide, pep 8, type hints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NỘI DUNG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1.  (session 04 - toán tử số học, toán tử so sánh và toán tử logic trong Python):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2.  Ứng dụng toán tử logic và Thứ tự ưu tiên tính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toán tử so sánh và toán tử logic trong Python):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toán tử so sánh và toán tử logic trong Python):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Khai báo các thông số đầu vào của khách hàng</a:t>
            </a:r>
            <a:br/>
            <a:r>
              <a:t>account_balance: int = 45_000_000</a:t>
            </a:r>
            <a:br/>
            <a:r>
              <a:t>credit_score: int = 720</a:t>
            </a:r>
            <a:br/>
            <a:r>
              <a:t>is_priority_client: bool = True</a:t>
            </a:r>
            <a:br/>
            <a:r>
              <a:t>has_overdue_debt: bool = False</a:t>
            </a:r>
            <a:br/>
            <a:br/>
            <a:r>
              <a:t># Nhóm điều kiện 1: Đủ số dư tối thiểu hoặc là khách hàng ưu tiên</a:t>
            </a:r>
            <a:br/>
            <a:r>
              <a:t>is_eligible_group: bool = (account_balance &gt;= 50_000_000) or is_priority_client</a:t>
            </a:r>
            <a:br/>
            <a:br/>
            <a:r>
              <a:t># Nhóm điều kiện 2: Đạt điểm tín dụng tối thiểu</a:t>
            </a:r>
            <a:br/>
            <a:r>
              <a:t>is_score_qualified: bool = credit_score &gt;= 700</a:t>
            </a:r>
            <a:br/>
            <a:br/>
            <a:r>
              <a:t># Biểu thức tổng hợp: Đạt cả hai nhóm điều kiện và không có nợ xấu</a:t>
            </a:r>
            <a:br/>
            <a:r>
              <a:t>is_approved: bool = (is_eligible_group and is_score_qualified) and (not has_overdue_debt)</a:t>
            </a:r>
            <a:br/>
            <a:br/>
            <a:r>
              <a:t>print(f"Kết quả duyệt hồ sơ: {is_approved}")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04 - toán tử số học, toán tử so sánh và toán tử logic trong Python):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Ứng dụng toán tử logic và Thứ tự ưu tiên tính toán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Ứng dụng toán tử logic và Thứ tự ưu tiên tính toán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Khai báo thông tin tài khoản với ghi chú kiểu dữ liệu</a:t>
            </a:r>
            <a:br/>
            <a:r>
              <a:t>account_balance: int = 45000000</a:t>
            </a:r>
            <a:br/>
            <a:r>
              <a:t>credit_score: int = 720</a:t>
            </a:r>
            <a:br/>
            <a:r>
              <a:t>is_priority_client: bool = True</a:t>
            </a:r>
            <a:br/>
            <a:r>
              <a:t>has_overdue_debt: bool = False</a:t>
            </a:r>
            <a:br/>
            <a:br/>
            <a:r>
              <a:t># Kiểm tra điều kiện nhóm: Đủ số dư tiêu chuẩn hoặc là khách hàng ưu tiên</a:t>
            </a:r>
            <a:br/>
            <a:r>
              <a:t>is_eligible_group: bool = (account_balance &gt;= 50000000) or is_priority_client</a:t>
            </a:r>
            <a:br/>
            <a:br/>
            <a:r>
              <a:t># Biểu thức tổng hợp kiểm tra toàn bộ điều kiện phê duyệt</a:t>
            </a:r>
            <a:br/>
            <a:r>
              <a:t>is_approved: bool = is_eligible_group and (credit_score &gt;= 700) and (not has_overdue_debt)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Ứng dụng toán tử logic và Thứ tự ưu tiên tính toán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Chủ đề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TỔNG KẾT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Hệ thống tự động đánh giá hồ sơ vay vốn dựa trên việc kết hợp nhiều điều kiện tài chính cùng lúc.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Các toán tử logic giúp đảm bảo chính xác các quy tắc nghiệp vụ về số dư, điểm tín dụng và lịch sử nợ.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Dấu ngoặc đơn () dùng để nhóm biểu thức và thay đổi thứ tự ưu tiên tính toán theo logic nghiệp vụ.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Toán tử not được dùng để đảo ngược giá trị boolean, loại bỏ trường hợp khách hàng có nợ xấu.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