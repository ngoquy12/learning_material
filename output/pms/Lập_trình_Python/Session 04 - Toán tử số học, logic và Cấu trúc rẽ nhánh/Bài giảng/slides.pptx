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74320" cy="2743200"/>
          </a:xfrm>
          <a:prstGeom prst="rect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Session 04: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Toán tử số học, logic và Cấu trúc rẽ nhánh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Môn học: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NỘI DUNG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1.  (Session 04 - Toán tử số học, logic và Cấu trúc rẽ nhánh):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2.  Cấu trúc rẽ nhánh lồng nhau và Chuẩn hóa mã nguồn PEP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04 - Toán tử số học, logic và Cấu trúc rẽ nhánh):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04 - Toán tử số học, logic và Cấu trúc rẽ nhánh):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04 - Toán tử số học, logic và Cấu trúc rẽ nhánh):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Cấu trúc rẽ nhánh lồng nhau và Chuẩn hóa mã nguồn PEP 8 - 1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Cấu trúc rẽ nhánh lồng nhau và Chuẩn hóa mã nguồn PEP 8 - 2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Cấu trúc rẽ nhánh lồng nhau và Chuẩn hóa mã nguồn PEP 8 - 3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TỔNG KẾT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Vấn đề thực tế - Hạn chế của quy trình thủ công khi làm việc với (Session 04 - Toán.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Giải pháp áp dụng - Tự động hóa và chuẩn hóa quy trình xử lý mã nguồn/dữ liệu.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(Session 04 - Toán tử số học, logic và Cấu trúc rẽ nhánh):.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Cấu trúc rẽ nhánh lồng nhau và Chuẩn hóa mã nguồn PEP 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