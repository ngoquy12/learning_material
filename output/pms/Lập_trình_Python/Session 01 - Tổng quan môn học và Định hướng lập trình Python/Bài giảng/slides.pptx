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274320" cy="2743200"/>
          </a:xfrm>
          <a:prstGeom prst="rect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Session 01: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Tổng quan môn học và Định hướng lập trình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Môn học: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NỘI DUNG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1.  (Session 01 - Tổng quan môn học và Định hướng lập trình Python):</a:t>
            </a:r>
          </a:p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2.  Demo sản phẩm thực tế &amp; Kỳ vọng đầu 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01 - Tổng quan môn học và Định hướng lập trình Python):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01 - Tổng quan môn học và Định hướng lập trình Python):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01 - Tổng quan môn học và Định hướng lập trình Python):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Demo sản phẩm thực tế &amp; Kỳ vọng đầu ra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Demo sản phẩm thực tế &amp; Kỳ vọng đầu ra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Demo sản phẩm thực tế &amp; Kỳ vọng đầu ra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TỔNG KẾT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Vấn đề thực tế - Hạn chế của quy trình thủ công khi làm việc với (Session 01 - Tổng.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Giải pháp áp dụng - Tự động hóa và chuẩn hóa quy trình xử lý mã nguồn/dữ liệu.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Thực hành thành thạo: (Session 01 - Tổng quan môn học và Định hướng lập trình Python):.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Thực hành thành thạo: Demo sản phẩm thực tế &amp; Kỳ vọng đầu 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