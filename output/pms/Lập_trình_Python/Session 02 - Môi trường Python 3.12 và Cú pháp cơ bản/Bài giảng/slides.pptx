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74320" cy="2743200"/>
          </a:xfrm>
          <a:prstGeom prst="rect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Session 02: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Môi trường Python 3.12 và Cú pháp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Môn học: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NỘI DUNG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1.  (Session 02 - Môi trường Python 3.12 và Cú pháp cơ bản):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2.  Thao tác nhập xuất dữ liệu console và chuyển đổi kiểu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02 - Môi trường Python 3.12 và Cú pháp cơ bản):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02 - Môi trường Python 3.12 và Cú pháp cơ bản):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(Session 02 - Môi trường Python 3.12 và Cú pháp cơ bản):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Thao tác nhập xuất dữ liệu console và chuyển đổi kiểu dữ liệu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Thao tác nhập xuất dữ liệu console và chuyển đổi kiểu dữ liệu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Thao tác nhập xuất dữ liệu console và chuyển đổi kiểu dữ liệu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TỔNG KẾT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Vấn đề thực tế - Hạn chế của quy trình thủ công khi làm việc với (Session 02 - Môi.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Giải pháp áp dụng - Tự động hóa và chuẩn hóa quy trình xử lý mã nguồn/dữ liệu.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(Session 02 - Môi trường Python 3.12 và Cú pháp cơ bản):.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Thao tác nhập xuất dữ liệu console và chuyển đổi kiểu dữ liệu.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