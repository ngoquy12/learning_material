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Montserrat"/>
      <p:regular r:id="rId10"/>
      <p:bold r:id="rId11"/>
      <p:italic r:id="rId12"/>
      <p:boldItalic r:id="rId13"/>
    </p:embeddedFont>
    <p:embeddedFont>
      <p:font typeface="Montserrat Black"/>
      <p:bold r:id="rId14"/>
      <p:boldItalic r:id="rId15"/>
    </p:embeddedFont>
    <p:embeddedFont>
      <p:font typeface="Montserrat Medium"/>
      <p:regular r:id="rId16"/>
      <p:bold r:id="rId17"/>
      <p:italic r:id="rId18"/>
      <p:boldItalic r:id="rId19"/>
    </p:embeddedFont>
    <p:embeddedFont>
      <p:font typeface="Montserrat ExtraBold"/>
      <p:bold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2" roundtripDataSignature="AMtx7mirXkCGjZF/d1qb7RGT2S1sXUuH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ExtraBold-bold.fntdata"/><Relationship Id="rId11" Type="http://schemas.openxmlformats.org/officeDocument/2006/relationships/font" Target="fonts/Montserrat-bold.fntdata"/><Relationship Id="rId22" Type="http://customschemas.google.com/relationships/presentationmetadata" Target="metadata"/><Relationship Id="rId10" Type="http://schemas.openxmlformats.org/officeDocument/2006/relationships/font" Target="fonts/Montserrat-regular.fntdata"/><Relationship Id="rId21" Type="http://schemas.openxmlformats.org/officeDocument/2006/relationships/font" Target="fonts/MontserratExtraBold-boldItalic.fntdata"/><Relationship Id="rId13" Type="http://schemas.openxmlformats.org/officeDocument/2006/relationships/font" Target="fonts/Montserrat-boldItalic.fntdata"/><Relationship Id="rId12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Black-boldItalic.fntdata"/><Relationship Id="rId14" Type="http://schemas.openxmlformats.org/officeDocument/2006/relationships/font" Target="fonts/MontserratBlack-bold.fntdata"/><Relationship Id="rId17" Type="http://schemas.openxmlformats.org/officeDocument/2006/relationships/font" Target="fonts/MontserratMedium-bold.fntdata"/><Relationship Id="rId16" Type="http://schemas.openxmlformats.org/officeDocument/2006/relationships/font" Target="fonts/MontserratMedium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Medium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Medium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11bb26f517d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g11bb26f517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bac9ab7f9_1_6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11bac9ab7f9_1_6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11bac9ab7f9_1_8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9" name="Google Shape;189;g11bac9ab7f9_1_8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11bac9ab7f9_1_10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g11bac9ab7f9_1_10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1bb26f517d_0_16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g11bb26f517d_0_1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>
  <p:cSld name="1_Section 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2"/>
          <p:cNvSpPr txBox="1"/>
          <p:nvPr>
            <p:ph type="title"/>
          </p:nvPr>
        </p:nvSpPr>
        <p:spPr>
          <a:xfrm rot="5400000">
            <a:off x="-1225840" y="1040275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b="1" sz="6000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32"/>
          <p:cNvSpPr txBox="1"/>
          <p:nvPr>
            <p:ph idx="1" type="body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2"/>
          <p:cNvSpPr txBox="1"/>
          <p:nvPr>
            <p:ph idx="2" type="body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2"/>
          <p:cNvSpPr txBox="1"/>
          <p:nvPr>
            <p:ph idx="3" type="body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2"/>
          <p:cNvSpPr txBox="1"/>
          <p:nvPr>
            <p:ph idx="4" type="body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2"/>
          <p:cNvSpPr txBox="1"/>
          <p:nvPr>
            <p:ph idx="5" type="body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2"/>
          <p:cNvSpPr txBox="1"/>
          <p:nvPr>
            <p:ph idx="6" type="body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2"/>
          <p:cNvSpPr txBox="1"/>
          <p:nvPr>
            <p:ph idx="7" type="body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6000"/>
              <a:buFont typeface="Montserrat"/>
              <a:buNone/>
              <a:defRPr b="1" sz="6000">
                <a:solidFill>
                  <a:srgbClr val="BE2727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2727"/>
              </a:buClr>
              <a:buSzPts val="4000"/>
              <a:buChar char="•"/>
              <a:defRPr b="1" sz="4000">
                <a:solidFill>
                  <a:srgbClr val="BE2727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32"/>
          <p:cNvSpPr txBox="1"/>
          <p:nvPr>
            <p:ph idx="8" type="body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2727"/>
              </a:buClr>
              <a:buSzPts val="2000"/>
              <a:buFont typeface="Montserrat"/>
              <a:buNone/>
              <a:defRPr b="1" sz="2000">
                <a:solidFill>
                  <a:srgbClr val="BE2727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32"/>
          <p:cNvSpPr txBox="1"/>
          <p:nvPr>
            <p:ph idx="9" type="body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2"/>
          <p:cNvSpPr txBox="1"/>
          <p:nvPr>
            <p:ph idx="13" type="body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32"/>
          <p:cNvSpPr txBox="1"/>
          <p:nvPr>
            <p:ph idx="14" type="body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5" type="body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400"/>
              <a:buFont typeface="Montserrat"/>
              <a:buNone/>
              <a:defRPr sz="1400">
                <a:solidFill>
                  <a:srgbClr val="171616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1" name="Google Shape;31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8"/>
          <p:cNvSpPr txBox="1"/>
          <p:nvPr>
            <p:ph idx="1" type="body"/>
          </p:nvPr>
        </p:nvSpPr>
        <p:spPr>
          <a:xfrm>
            <a:off x="742507" y="1978428"/>
            <a:ext cx="5181600" cy="40196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4" name="Google Shape;34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38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38"/>
          <p:cNvSpPr txBox="1"/>
          <p:nvPr>
            <p:ph idx="2" type="body"/>
          </p:nvPr>
        </p:nvSpPr>
        <p:spPr>
          <a:xfrm>
            <a:off x="6267893" y="1978428"/>
            <a:ext cx="5181600" cy="4019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8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9" name="Google Shape;39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4"/>
          <p:cNvSpPr txBox="1"/>
          <p:nvPr>
            <p:ph type="ctrTitle"/>
          </p:nvPr>
        </p:nvSpPr>
        <p:spPr>
          <a:xfrm>
            <a:off x="1697669" y="3351966"/>
            <a:ext cx="72000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  <a:defRPr sz="4000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/>
        </p:txBody>
      </p:sp>
      <p:sp>
        <p:nvSpPr>
          <p:cNvPr id="43" name="Google Shape;43;p34"/>
          <p:cNvSpPr txBox="1"/>
          <p:nvPr>
            <p:ph idx="1" type="subTitle"/>
          </p:nvPr>
        </p:nvSpPr>
        <p:spPr>
          <a:xfrm>
            <a:off x="1697669" y="4071966"/>
            <a:ext cx="504179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EABAB"/>
              </a:buClr>
              <a:buSzPts val="2800"/>
              <a:buNone/>
              <a:defRPr>
                <a:solidFill>
                  <a:srgbClr val="AEABAB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lvl="2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lvl="3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  <a:defRPr/>
            </a:lvl9pPr>
          </a:lstStyle>
          <a:p/>
        </p:txBody>
      </p:sp>
      <p:pic>
        <p:nvPicPr>
          <p:cNvPr id="44" name="Google Shape;4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49810" y="1223962"/>
            <a:ext cx="4438650" cy="44100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4"/>
          <p:cNvSpPr/>
          <p:nvPr/>
        </p:nvSpPr>
        <p:spPr>
          <a:xfrm rot="5400000">
            <a:off x="-307571" y="2821864"/>
            <a:ext cx="1446414" cy="831272"/>
          </a:xfrm>
          <a:prstGeom prst="triangle">
            <a:avLst>
              <a:gd fmla="val 50000" name="adj"/>
            </a:avLst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34"/>
          <p:cNvSpPr txBox="1"/>
          <p:nvPr>
            <p:ph idx="2" type="body"/>
          </p:nvPr>
        </p:nvSpPr>
        <p:spPr>
          <a:xfrm>
            <a:off x="1562203" y="1974293"/>
            <a:ext cx="2978527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  <a:defRPr b="0" sz="96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47" name="Google Shape;4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5325" y="5268225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5"/>
          <p:cNvSpPr txBox="1"/>
          <p:nvPr>
            <p:ph type="title"/>
          </p:nvPr>
        </p:nvSpPr>
        <p:spPr>
          <a:xfrm>
            <a:off x="1974966" y="2521987"/>
            <a:ext cx="8076353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  <a:defRPr b="1" sz="6000">
                <a:solidFill>
                  <a:srgbClr val="C00000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0" name="Google Shape;50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9185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5"/>
          <p:cNvSpPr txBox="1"/>
          <p:nvPr>
            <p:ph idx="1" type="body"/>
          </p:nvPr>
        </p:nvSpPr>
        <p:spPr>
          <a:xfrm>
            <a:off x="1989667" y="3847550"/>
            <a:ext cx="807635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 sz="32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2" name="Google Shape;52;p35"/>
          <p:cNvSpPr/>
          <p:nvPr/>
        </p:nvSpPr>
        <p:spPr>
          <a:xfrm rot="10800000">
            <a:off x="5289935" y="1559948"/>
            <a:ext cx="1446414" cy="831272"/>
          </a:xfrm>
          <a:prstGeom prst="triangle">
            <a:avLst>
              <a:gd fmla="val 50000" name="adj"/>
            </a:avLst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3" name="Google Shape;5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2013" y="5255650"/>
            <a:ext cx="2040576" cy="99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3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3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9" name="Google Shape;5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ontent with Caption">
  <p:cSld name="2_Content with Ca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7"/>
          <p:cNvSpPr txBox="1"/>
          <p:nvPr>
            <p:ph idx="1" type="body"/>
          </p:nvPr>
        </p:nvSpPr>
        <p:spPr>
          <a:xfrm>
            <a:off x="3818313" y="3901864"/>
            <a:ext cx="4555374" cy="2169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62" name="Google Shape;62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37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3200"/>
              <a:buNone/>
              <a:defRPr b="0" sz="32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66" name="Google Shape;6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 rot="10800000">
            <a:off x="838200" y="3858704"/>
            <a:ext cx="2860964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"/>
          <p:cNvSpPr txBox="1"/>
          <p:nvPr>
            <p:ph idx="1" type="body"/>
          </p:nvPr>
        </p:nvSpPr>
        <p:spPr>
          <a:xfrm>
            <a:off x="746918" y="3882043"/>
            <a:ext cx="3816769" cy="2169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70" name="Google Shape;70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39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39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b="0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74" name="Google Shape;74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0"/>
          <p:cNvSpPr txBox="1"/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0"/>
          <p:cNvSpPr txBox="1"/>
          <p:nvPr>
            <p:ph idx="1" type="subTitle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79" name="Google Shape;7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1198" y="4951700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211667" y="-83672"/>
            <a:ext cx="12640676" cy="701787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0"/>
          <p:cNvSpPr txBox="1"/>
          <p:nvPr>
            <p:ph type="ctrTitle"/>
          </p:nvPr>
        </p:nvSpPr>
        <p:spPr>
          <a:xfrm>
            <a:off x="279991" y="3969209"/>
            <a:ext cx="9144000" cy="146441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0"/>
          <p:cNvSpPr txBox="1"/>
          <p:nvPr>
            <p:ph idx="1" type="subTitle"/>
          </p:nvPr>
        </p:nvSpPr>
        <p:spPr>
          <a:xfrm>
            <a:off x="279991" y="543362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86" name="Google Shape;8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2381" y="-123349"/>
            <a:ext cx="7133810" cy="7097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0000" y="322051"/>
            <a:ext cx="3225201" cy="157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 type="blank">
  <p:cSld name="BLANK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1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1" name="Google Shape;9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59085"/>
            <a:ext cx="12534822" cy="695910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1"/>
          <p:cNvSpPr txBox="1"/>
          <p:nvPr>
            <p:ph type="ctrTitle"/>
          </p:nvPr>
        </p:nvSpPr>
        <p:spPr>
          <a:xfrm>
            <a:off x="2594340" y="3145331"/>
            <a:ext cx="7558961" cy="1515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  <a:defRPr sz="3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1"/>
          <p:cNvSpPr txBox="1"/>
          <p:nvPr>
            <p:ph idx="1" type="subTitle"/>
          </p:nvPr>
        </p:nvSpPr>
        <p:spPr>
          <a:xfrm>
            <a:off x="2594340" y="4372481"/>
            <a:ext cx="7558961" cy="1300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4571" y="1362499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241803" y="1422897"/>
            <a:ext cx="4280502" cy="4258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10423" y="2015275"/>
            <a:ext cx="2012426" cy="98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60713" y="0"/>
            <a:ext cx="1235271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3"/>
          <p:cNvSpPr txBox="1"/>
          <p:nvPr>
            <p:ph type="title"/>
          </p:nvPr>
        </p:nvSpPr>
        <p:spPr>
          <a:xfrm rot="5400000">
            <a:off x="-1225840" y="973773"/>
            <a:ext cx="4164099" cy="1845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 Black"/>
              <a:buNone/>
              <a:defRPr b="1" sz="60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33"/>
          <p:cNvSpPr txBox="1"/>
          <p:nvPr>
            <p:ph idx="1" type="body"/>
          </p:nvPr>
        </p:nvSpPr>
        <p:spPr>
          <a:xfrm>
            <a:off x="2394064" y="2759840"/>
            <a:ext cx="1122220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2" type="body"/>
          </p:nvPr>
        </p:nvSpPr>
        <p:spPr>
          <a:xfrm>
            <a:off x="3516284" y="28884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3" type="body"/>
          </p:nvPr>
        </p:nvSpPr>
        <p:spPr>
          <a:xfrm>
            <a:off x="2310942" y="4349625"/>
            <a:ext cx="1205342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33"/>
          <p:cNvSpPr txBox="1"/>
          <p:nvPr>
            <p:ph idx="4" type="body"/>
          </p:nvPr>
        </p:nvSpPr>
        <p:spPr>
          <a:xfrm>
            <a:off x="3516284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33"/>
          <p:cNvSpPr txBox="1"/>
          <p:nvPr>
            <p:ph idx="5" type="body"/>
          </p:nvPr>
        </p:nvSpPr>
        <p:spPr>
          <a:xfrm>
            <a:off x="7245926" y="2759840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33"/>
          <p:cNvSpPr txBox="1"/>
          <p:nvPr>
            <p:ph idx="6" type="body"/>
          </p:nvPr>
        </p:nvSpPr>
        <p:spPr>
          <a:xfrm>
            <a:off x="8448502" y="2888427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0" name="Google Shape;110;p33"/>
          <p:cNvSpPr txBox="1"/>
          <p:nvPr>
            <p:ph idx="7" type="body"/>
          </p:nvPr>
        </p:nvSpPr>
        <p:spPr>
          <a:xfrm>
            <a:off x="7245926" y="4349625"/>
            <a:ext cx="1202576" cy="11388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b="1" sz="6000">
                <a:solidFill>
                  <a:schemeClr val="lt1"/>
                </a:solidFill>
              </a:defRPr>
            </a:lvl1pPr>
            <a:lvl2pPr indent="-482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2pPr>
            <a:lvl3pPr indent="-482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3pPr>
            <a:lvl4pPr indent="-482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4pPr>
            <a:lvl5pPr indent="-482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4000"/>
              <a:buChar char="•"/>
              <a:defRPr b="1" sz="40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33"/>
          <p:cNvSpPr txBox="1"/>
          <p:nvPr>
            <p:ph idx="8" type="body"/>
          </p:nvPr>
        </p:nvSpPr>
        <p:spPr>
          <a:xfrm>
            <a:off x="8448502" y="4478213"/>
            <a:ext cx="2733675" cy="557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None/>
              <a:defRPr b="1" sz="20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2" name="Google Shape;112;p33"/>
          <p:cNvSpPr txBox="1"/>
          <p:nvPr>
            <p:ph idx="9" type="body"/>
          </p:nvPr>
        </p:nvSpPr>
        <p:spPr>
          <a:xfrm>
            <a:off x="3516283" y="3284445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33"/>
          <p:cNvSpPr txBox="1"/>
          <p:nvPr>
            <p:ph idx="13" type="body"/>
          </p:nvPr>
        </p:nvSpPr>
        <p:spPr>
          <a:xfrm>
            <a:off x="3516283" y="4874231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3"/>
          <p:cNvSpPr txBox="1"/>
          <p:nvPr>
            <p:ph idx="14" type="body"/>
          </p:nvPr>
        </p:nvSpPr>
        <p:spPr>
          <a:xfrm>
            <a:off x="8448501" y="3284444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33"/>
          <p:cNvSpPr txBox="1"/>
          <p:nvPr>
            <p:ph idx="15" type="body"/>
          </p:nvPr>
        </p:nvSpPr>
        <p:spPr>
          <a:xfrm>
            <a:off x="8448500" y="4893727"/>
            <a:ext cx="2733675" cy="54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"/>
              <a:buNone/>
              <a:defRPr sz="1400"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6" name="Google Shape;11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55475" y="328227"/>
            <a:ext cx="1809802" cy="88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5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9" name="Google Shape;11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45"/>
          <p:cNvSpPr txBox="1"/>
          <p:nvPr>
            <p:ph idx="12" type="sldNum"/>
          </p:nvPr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45"/>
          <p:cNvSpPr txBox="1"/>
          <p:nvPr>
            <p:ph idx="1" type="body"/>
          </p:nvPr>
        </p:nvSpPr>
        <p:spPr>
          <a:xfrm>
            <a:off x="838200" y="1680599"/>
            <a:ext cx="10641676" cy="50408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Courier New"/>
              <a:buChar char="o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3" name="Google Shape;12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6"/>
          <p:cNvSpPr txBox="1"/>
          <p:nvPr>
            <p:ph idx="1" type="body"/>
          </p:nvPr>
        </p:nvSpPr>
        <p:spPr>
          <a:xfrm>
            <a:off x="1695999" y="1566639"/>
            <a:ext cx="3175259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46"/>
          <p:cNvSpPr txBox="1"/>
          <p:nvPr>
            <p:ph idx="2" type="body"/>
          </p:nvPr>
        </p:nvSpPr>
        <p:spPr>
          <a:xfrm>
            <a:off x="7176164" y="1566639"/>
            <a:ext cx="31752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pic>
        <p:nvPicPr>
          <p:cNvPr id="127" name="Google Shape;127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6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0" name="Google Shape;130;p46"/>
          <p:cNvSpPr/>
          <p:nvPr/>
        </p:nvSpPr>
        <p:spPr>
          <a:xfrm>
            <a:off x="2199884" y="2284225"/>
            <a:ext cx="2307266" cy="53163"/>
          </a:xfrm>
          <a:prstGeom prst="rect">
            <a:avLst/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46"/>
          <p:cNvSpPr/>
          <p:nvPr/>
        </p:nvSpPr>
        <p:spPr>
          <a:xfrm>
            <a:off x="7610161" y="2337388"/>
            <a:ext cx="2307266" cy="53163"/>
          </a:xfrm>
          <a:prstGeom prst="rect">
            <a:avLst/>
          </a:prstGeom>
          <a:solidFill>
            <a:srgbClr val="BE27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46"/>
          <p:cNvSpPr txBox="1"/>
          <p:nvPr>
            <p:ph idx="3" type="body"/>
          </p:nvPr>
        </p:nvSpPr>
        <p:spPr>
          <a:xfrm>
            <a:off x="838200" y="2524124"/>
            <a:ext cx="5063836" cy="3832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3" name="Google Shape;133;p46"/>
          <p:cNvSpPr txBox="1"/>
          <p:nvPr>
            <p:ph idx="4" type="body"/>
          </p:nvPr>
        </p:nvSpPr>
        <p:spPr>
          <a:xfrm>
            <a:off x="6137734" y="2524123"/>
            <a:ext cx="5063836" cy="38322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116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560"/>
              <a:buFont typeface="Arial"/>
              <a:buChar char="•"/>
              <a:defRPr sz="1600"/>
            </a:lvl1pPr>
            <a:lvl2pPr indent="-310896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296"/>
              <a:buFont typeface="Arial"/>
              <a:buChar char="•"/>
              <a:defRPr sz="16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600"/>
              <a:buFont typeface="Arial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4" name="Google Shape;134;p46"/>
          <p:cNvSpPr txBox="1"/>
          <p:nvPr>
            <p:ph type="title"/>
          </p:nvPr>
        </p:nvSpPr>
        <p:spPr>
          <a:xfrm>
            <a:off x="838200" y="509145"/>
            <a:ext cx="8463742" cy="945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E2727"/>
              </a:buClr>
              <a:buSzPts val="2800"/>
              <a:buFont typeface="Montserrat ExtraBold"/>
              <a:buNone/>
              <a:defRPr b="1" sz="2800">
                <a:solidFill>
                  <a:srgbClr val="BE2727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35" name="Google Shape;135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7"/>
          <p:cNvSpPr txBox="1"/>
          <p:nvPr>
            <p:ph idx="1" type="body"/>
          </p:nvPr>
        </p:nvSpPr>
        <p:spPr>
          <a:xfrm>
            <a:off x="838199" y="3672580"/>
            <a:ext cx="3932237" cy="14050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1600"/>
              <a:buNone/>
              <a:defRPr sz="16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pic>
        <p:nvPicPr>
          <p:cNvPr id="138" name="Google Shape;138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200" y="0"/>
            <a:ext cx="2860964" cy="315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87100" y="5837237"/>
            <a:ext cx="1104900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47"/>
          <p:cNvSpPr txBox="1"/>
          <p:nvPr/>
        </p:nvSpPr>
        <p:spPr>
          <a:xfrm>
            <a:off x="11546379" y="6356350"/>
            <a:ext cx="45581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47"/>
          <p:cNvSpPr txBox="1"/>
          <p:nvPr>
            <p:ph idx="2" type="body"/>
          </p:nvPr>
        </p:nvSpPr>
        <p:spPr>
          <a:xfrm>
            <a:off x="803764" y="834017"/>
            <a:ext cx="2978527" cy="20308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None/>
              <a:defRPr b="0" sz="2800">
                <a:solidFill>
                  <a:srgbClr val="C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2" name="Google Shape;142;p47"/>
          <p:cNvSpPr txBox="1"/>
          <p:nvPr>
            <p:ph idx="3" type="body"/>
          </p:nvPr>
        </p:nvSpPr>
        <p:spPr>
          <a:xfrm>
            <a:off x="5170488" y="1346200"/>
            <a:ext cx="6375400" cy="48879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43" name="Google Shape;14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98625" y="326475"/>
            <a:ext cx="1856773" cy="90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4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7" name="Google Shape;147;p4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4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4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4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5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5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g128e061f2de_0_109"/>
          <p:cNvCxnSpPr/>
          <p:nvPr/>
        </p:nvCxnSpPr>
        <p:spPr>
          <a:xfrm>
            <a:off x="575800" y="6322471"/>
            <a:ext cx="11040300" cy="0"/>
          </a:xfrm>
          <a:prstGeom prst="straightConnector1">
            <a:avLst/>
          </a:prstGeom>
          <a:noFill/>
          <a:ln cap="flat" cmpd="sng" w="9525">
            <a:solidFill>
              <a:srgbClr val="C6C5C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5" name="Google Shape;165;g128e061f2de_0_109"/>
          <p:cNvSpPr txBox="1"/>
          <p:nvPr>
            <p:ph type="title"/>
          </p:nvPr>
        </p:nvSpPr>
        <p:spPr>
          <a:xfrm>
            <a:off x="415600" y="284933"/>
            <a:ext cx="113607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66579"/>
              </a:buClr>
              <a:buSzPts val="3700"/>
              <a:buFont typeface="Trebuchet MS"/>
              <a:buNone/>
              <a:defRPr>
                <a:solidFill>
                  <a:srgbClr val="56657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cxnSp>
        <p:nvCxnSpPr>
          <p:cNvPr id="166" name="Google Shape;166;g128e061f2de_0_109"/>
          <p:cNvCxnSpPr/>
          <p:nvPr/>
        </p:nvCxnSpPr>
        <p:spPr>
          <a:xfrm>
            <a:off x="575800" y="1002333"/>
            <a:ext cx="11040300" cy="0"/>
          </a:xfrm>
          <a:prstGeom prst="straightConnector1">
            <a:avLst/>
          </a:prstGeom>
          <a:noFill/>
          <a:ln cap="flat" cmpd="sng" w="9525">
            <a:solidFill>
              <a:srgbClr val="C6C5C5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67" name="Google Shape;167;g128e061f2de_0_109">
            <a:hlinkClick action="ppaction://hlinkshowjump?jump=previousslide"/>
          </p:cNvPr>
          <p:cNvSpPr/>
          <p:nvPr/>
        </p:nvSpPr>
        <p:spPr>
          <a:xfrm rot="2700000">
            <a:off x="11348840" y="6420393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128e061f2de_0_109"/>
          <p:cNvSpPr/>
          <p:nvPr/>
        </p:nvSpPr>
        <p:spPr>
          <a:xfrm>
            <a:off x="579075" y="6315167"/>
            <a:ext cx="506400" cy="232800"/>
          </a:xfrm>
          <a:prstGeom prst="rect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128e061f2de_0_109">
            <a:hlinkClick action="ppaction://hlinkshowjump?jump=nextslide"/>
          </p:cNvPr>
          <p:cNvSpPr/>
          <p:nvPr/>
        </p:nvSpPr>
        <p:spPr>
          <a:xfrm rot="-8100000">
            <a:off x="11508840" y="6420194"/>
            <a:ext cx="113279" cy="113279"/>
          </a:xfrm>
          <a:prstGeom prst="rtTriangle">
            <a:avLst/>
          </a:prstGeom>
          <a:solidFill>
            <a:srgbClr val="C6C5C5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128e061f2de_0_109"/>
          <p:cNvSpPr txBox="1"/>
          <p:nvPr>
            <p:ph idx="12" type="sldNum"/>
          </p:nvPr>
        </p:nvSpPr>
        <p:spPr>
          <a:xfrm>
            <a:off x="579067" y="6315167"/>
            <a:ext cx="5064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g128e061f2de_0_109"/>
          <p:cNvSpPr txBox="1"/>
          <p:nvPr/>
        </p:nvSpPr>
        <p:spPr>
          <a:xfrm>
            <a:off x="9204248" y="6246912"/>
            <a:ext cx="2043600" cy="2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6C5C5"/>
                </a:solidFill>
                <a:latin typeface="Arial"/>
                <a:ea typeface="Arial"/>
                <a:cs typeface="Arial"/>
                <a:sym typeface="Arial"/>
              </a:rPr>
              <a:t>www.companyname.com</a:t>
            </a:r>
            <a:endParaRPr b="0" i="0" sz="1200" u="none" cap="none" strike="noStrike">
              <a:solidFill>
                <a:srgbClr val="C6C5C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ontserrat"/>
              <a:buNone/>
              <a:defRPr b="0" i="0" sz="4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9"/>
          <p:cNvSpPr txBox="1"/>
          <p:nvPr/>
        </p:nvSpPr>
        <p:spPr>
          <a:xfrm>
            <a:off x="1981200" y="6338813"/>
            <a:ext cx="712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© 2022 By Rikkei Academy - Rikkei Education - All rights 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1bb26f517d_0_1"/>
          <p:cNvSpPr txBox="1"/>
          <p:nvPr>
            <p:ph type="ctrTitle"/>
          </p:nvPr>
        </p:nvSpPr>
        <p:spPr>
          <a:xfrm>
            <a:off x="1697675" y="2660574"/>
            <a:ext cx="7200000" cy="9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Montserrat ExtraBold"/>
              <a:buNone/>
            </a:pPr>
            <a:r>
              <a:rPr lang="en-US" sz="3000"/>
              <a:t>ABCD</a:t>
            </a:r>
            <a:endParaRPr sz="3000"/>
          </a:p>
        </p:txBody>
      </p:sp>
      <p:sp>
        <p:nvSpPr>
          <p:cNvPr id="177" name="Google Shape;177;g11bb26f517d_0_1"/>
          <p:cNvSpPr txBox="1"/>
          <p:nvPr>
            <p:ph idx="1" type="subTitle"/>
          </p:nvPr>
        </p:nvSpPr>
        <p:spPr>
          <a:xfrm>
            <a:off x="1697669" y="4071966"/>
            <a:ext cx="5041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None/>
            </a:pPr>
            <a:r>
              <a:rPr lang="en-US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Phiên bản: 1.0</a:t>
            </a:r>
            <a:endParaRPr/>
          </a:p>
        </p:txBody>
      </p:sp>
      <p:sp>
        <p:nvSpPr>
          <p:cNvPr id="178" name="Google Shape;178;g11bb26f517d_0_1"/>
          <p:cNvSpPr txBox="1"/>
          <p:nvPr>
            <p:ph idx="2" type="body"/>
          </p:nvPr>
        </p:nvSpPr>
        <p:spPr>
          <a:xfrm>
            <a:off x="1562200" y="1974300"/>
            <a:ext cx="8154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9600"/>
              <a:buNone/>
            </a:pPr>
            <a:r>
              <a:rPr lang="en-US" sz="3000"/>
              <a:t>BÀI 1:</a:t>
            </a:r>
            <a:endParaRPr sz="3000"/>
          </a:p>
        </p:txBody>
      </p:sp>
      <p:sp>
        <p:nvSpPr>
          <p:cNvPr id="179" name="Google Shape;179;g11bb26f517d_0_1"/>
          <p:cNvSpPr txBox="1"/>
          <p:nvPr/>
        </p:nvSpPr>
        <p:spPr>
          <a:xfrm>
            <a:off x="1697669" y="3664241"/>
            <a:ext cx="5041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Module: Training Program Preparation</a:t>
            </a:r>
            <a:endParaRPr sz="180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1bac9ab7f9_1_682"/>
          <p:cNvSpPr txBox="1"/>
          <p:nvPr>
            <p:ph idx="1" type="body"/>
          </p:nvPr>
        </p:nvSpPr>
        <p:spPr>
          <a:xfrm>
            <a:off x="1651450" y="1261300"/>
            <a:ext cx="9767400" cy="49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260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>
                <a:solidFill>
                  <a:srgbClr val="333333"/>
                </a:solidFill>
              </a:rPr>
              <a:t>A1</a:t>
            </a:r>
            <a:endParaRPr sz="2400">
              <a:solidFill>
                <a:srgbClr val="333333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>
                <a:solidFill>
                  <a:srgbClr val="333333"/>
                </a:solidFill>
              </a:rPr>
              <a:t>A2</a:t>
            </a:r>
            <a:endParaRPr sz="2400">
              <a:solidFill>
                <a:srgbClr val="333333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>
                <a:solidFill>
                  <a:srgbClr val="333333"/>
                </a:solidFill>
              </a:rPr>
              <a:t>A3</a:t>
            </a:r>
            <a:endParaRPr sz="2400">
              <a:solidFill>
                <a:srgbClr val="333333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AutoNum type="arabicPeriod"/>
            </a:pPr>
            <a:r>
              <a:rPr lang="en-US" sz="2400">
                <a:solidFill>
                  <a:srgbClr val="333333"/>
                </a:solidFill>
              </a:rPr>
              <a:t>A4</a:t>
            </a:r>
            <a:endParaRPr sz="2400">
              <a:solidFill>
                <a:srgbClr val="333333"/>
              </a:solidFill>
            </a:endParaRPr>
          </a:p>
        </p:txBody>
      </p:sp>
      <p:sp>
        <p:nvSpPr>
          <p:cNvPr id="185" name="Google Shape;185;g11bac9ab7f9_1_682"/>
          <p:cNvSpPr txBox="1"/>
          <p:nvPr>
            <p:ph type="title"/>
          </p:nvPr>
        </p:nvSpPr>
        <p:spPr>
          <a:xfrm rot="5400000">
            <a:off x="-1686375" y="1500953"/>
            <a:ext cx="5085300" cy="18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</a:pPr>
            <a:r>
              <a:rPr lang="en-US"/>
              <a:t> NỘI DUNG</a:t>
            </a:r>
            <a:endParaRPr/>
          </a:p>
        </p:txBody>
      </p:sp>
      <p:pic>
        <p:nvPicPr>
          <p:cNvPr id="186" name="Google Shape;186;g11bac9ab7f9_1_6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63816" y="5111676"/>
            <a:ext cx="3515280" cy="3492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1bac9ab7f9_1_876"/>
          <p:cNvSpPr txBox="1"/>
          <p:nvPr>
            <p:ph type="title"/>
          </p:nvPr>
        </p:nvSpPr>
        <p:spPr>
          <a:xfrm>
            <a:off x="838200" y="509145"/>
            <a:ext cx="8463600" cy="9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1. Lịch sử ra đời của Web</a:t>
            </a:r>
            <a:endParaRPr/>
          </a:p>
        </p:txBody>
      </p:sp>
      <p:sp>
        <p:nvSpPr>
          <p:cNvPr id="192" name="Google Shape;192;g11bac9ab7f9_1_876"/>
          <p:cNvSpPr txBox="1"/>
          <p:nvPr/>
        </p:nvSpPr>
        <p:spPr>
          <a:xfrm>
            <a:off x="742492" y="1978425"/>
            <a:ext cx="10792200" cy="40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XYZ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g11bac9ab7f9_1_876"/>
          <p:cNvSpPr txBox="1"/>
          <p:nvPr/>
        </p:nvSpPr>
        <p:spPr>
          <a:xfrm>
            <a:off x="742500" y="1454750"/>
            <a:ext cx="1067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Montserrat"/>
                <a:ea typeface="Montserrat"/>
                <a:cs typeface="Montserrat"/>
                <a:sym typeface="Montserrat"/>
              </a:rPr>
              <a:t>ABCD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11bac9ab7f9_1_1035"/>
          <p:cNvSpPr txBox="1"/>
          <p:nvPr>
            <p:ph type="title"/>
          </p:nvPr>
        </p:nvSpPr>
        <p:spPr>
          <a:xfrm rot="5400000">
            <a:off x="-1686375" y="1500953"/>
            <a:ext cx="5085300" cy="184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6000"/>
              <a:buFont typeface="Montserrat Black"/>
              <a:buNone/>
            </a:pPr>
            <a:r>
              <a:rPr lang="en-US"/>
              <a:t> TỔNG KẾT</a:t>
            </a:r>
            <a:endParaRPr/>
          </a:p>
        </p:txBody>
      </p:sp>
      <p:pic>
        <p:nvPicPr>
          <p:cNvPr id="199" name="Google Shape;199;g11bac9ab7f9_1_10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863816" y="5111676"/>
            <a:ext cx="3515280" cy="349264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g11bac9ab7f9_1_1035"/>
          <p:cNvSpPr txBox="1"/>
          <p:nvPr>
            <p:ph idx="1" type="body"/>
          </p:nvPr>
        </p:nvSpPr>
        <p:spPr>
          <a:xfrm>
            <a:off x="1651450" y="1261300"/>
            <a:ext cx="9767400" cy="49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2600"/>
              </a:spcBef>
              <a:spcAft>
                <a:spcPts val="0"/>
              </a:spcAft>
              <a:buClr>
                <a:srgbClr val="333333"/>
              </a:buClr>
              <a:buSzPts val="2400"/>
              <a:buChar char="❏"/>
            </a:pPr>
            <a:r>
              <a:rPr lang="en-US" sz="2400">
                <a:solidFill>
                  <a:srgbClr val="333333"/>
                </a:solidFill>
              </a:rPr>
              <a:t>B1</a:t>
            </a:r>
            <a:endParaRPr sz="2400">
              <a:solidFill>
                <a:srgbClr val="333333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❏"/>
            </a:pPr>
            <a:r>
              <a:rPr lang="en-US" sz="2400">
                <a:solidFill>
                  <a:srgbClr val="333333"/>
                </a:solidFill>
              </a:rPr>
              <a:t>B2</a:t>
            </a:r>
            <a:endParaRPr sz="2400">
              <a:solidFill>
                <a:srgbClr val="333333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❏"/>
            </a:pPr>
            <a:r>
              <a:rPr lang="en-US" sz="2400">
                <a:solidFill>
                  <a:srgbClr val="333333"/>
                </a:solidFill>
              </a:rPr>
              <a:t>B3</a:t>
            </a:r>
            <a:endParaRPr sz="2400">
              <a:solidFill>
                <a:srgbClr val="333333"/>
              </a:solidFill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2400"/>
              <a:buChar char="❏"/>
            </a:pPr>
            <a:r>
              <a:rPr lang="en-US" sz="2400">
                <a:solidFill>
                  <a:srgbClr val="333333"/>
                </a:solidFill>
              </a:rPr>
              <a:t>B4</a:t>
            </a:r>
            <a:endParaRPr sz="2400">
              <a:solidFill>
                <a:srgbClr val="33333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1bb26f517d_0_162"/>
          <p:cNvSpPr txBox="1"/>
          <p:nvPr>
            <p:ph type="ctrTitle"/>
          </p:nvPr>
        </p:nvSpPr>
        <p:spPr>
          <a:xfrm>
            <a:off x="279991" y="3969209"/>
            <a:ext cx="9144000" cy="1464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Black"/>
              <a:buNone/>
            </a:pPr>
            <a:r>
              <a:rPr lang="en-US"/>
              <a:t>KẾT THÚC</a:t>
            </a:r>
            <a:endParaRPr/>
          </a:p>
        </p:txBody>
      </p:sp>
      <p:sp>
        <p:nvSpPr>
          <p:cNvPr id="206" name="Google Shape;206;g11bb26f517d_0_162"/>
          <p:cNvSpPr txBox="1"/>
          <p:nvPr>
            <p:ph idx="1" type="subTitle"/>
          </p:nvPr>
        </p:nvSpPr>
        <p:spPr>
          <a:xfrm>
            <a:off x="279991" y="543362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</a:pPr>
            <a:r>
              <a:rPr lang="en-US"/>
              <a:t>HỌC VIỆN ĐÀO TẠO LẬP TRÌNH CHẤT LƯỢNG NHẬT BẢN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